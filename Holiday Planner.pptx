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0" r:id="rId5"/>
    <p:sldId id="271" r:id="rId6"/>
    <p:sldId id="260" r:id="rId7"/>
    <p:sldId id="261" r:id="rId8"/>
    <p:sldId id="262" r:id="rId9"/>
    <p:sldId id="263" r:id="rId10"/>
    <p:sldId id="265" r:id="rId11"/>
    <p:sldId id="268" r:id="rId12"/>
    <p:sldId id="267" r:id="rId13"/>
    <p:sldId id="269" r:id="rId14"/>
    <p:sldId id="264" r:id="rId15"/>
    <p:sldId id="273" r:id="rId16"/>
    <p:sldId id="302" r:id="rId17"/>
    <p:sldId id="303" r:id="rId18"/>
    <p:sldId id="293" r:id="rId19"/>
    <p:sldId id="300" r:id="rId20"/>
    <p:sldId id="283" r:id="rId21"/>
    <p:sldId id="284" r:id="rId22"/>
    <p:sldId id="282" r:id="rId23"/>
    <p:sldId id="286" r:id="rId24"/>
    <p:sldId id="287" r:id="rId25"/>
    <p:sldId id="288" r:id="rId26"/>
    <p:sldId id="289" r:id="rId27"/>
    <p:sldId id="290" r:id="rId28"/>
    <p:sldId id="294" r:id="rId29"/>
    <p:sldId id="292" r:id="rId30"/>
    <p:sldId id="295" r:id="rId31"/>
    <p:sldId id="298" r:id="rId32"/>
    <p:sldId id="29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153"/>
    <p:restoredTop sz="94436"/>
  </p:normalViewPr>
  <p:slideViewPr>
    <p:cSldViewPr snapToGrid="0">
      <p:cViewPr>
        <p:scale>
          <a:sx n="90" d="100"/>
          <a:sy n="90" d="100"/>
        </p:scale>
        <p:origin x="448" y="5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DF02A-A2A6-E028-0576-F1B67ADB4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C07BEB4-DE15-DD85-0763-B1938838C2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DD15BF6-950D-70DB-C68F-737B83F855E2}"/>
              </a:ext>
            </a:extLst>
          </p:cNvPr>
          <p:cNvSpPr>
            <a:spLocks noGrp="1"/>
          </p:cNvSpPr>
          <p:nvPr>
            <p:ph type="dt" sz="half" idx="10"/>
          </p:nvPr>
        </p:nvSpPr>
        <p:spPr/>
        <p:txBody>
          <a:bodyPr/>
          <a:lstStyle/>
          <a:p>
            <a:fld id="{94269102-B822-414F-B047-7900A9A34720}" type="datetimeFigureOut">
              <a:rPr lang="en-GB" smtClean="0"/>
              <a:t>07/06/2026</a:t>
            </a:fld>
            <a:endParaRPr lang="en-GB"/>
          </a:p>
        </p:txBody>
      </p:sp>
      <p:sp>
        <p:nvSpPr>
          <p:cNvPr id="5" name="Footer Placeholder 4">
            <a:extLst>
              <a:ext uri="{FF2B5EF4-FFF2-40B4-BE49-F238E27FC236}">
                <a16:creationId xmlns:a16="http://schemas.microsoft.com/office/drawing/2014/main" id="{4E872B05-E337-B2F3-D249-B31EF807C9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7D8733A-7367-6ED7-92DF-786797702F60}"/>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973382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509A0-D1CB-C031-6D5E-8E363C9203E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6D220F5-F142-ED42-B08E-D8DB34A0E3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9035B9D-1EB9-5D04-F538-68F381419459}"/>
              </a:ext>
            </a:extLst>
          </p:cNvPr>
          <p:cNvSpPr>
            <a:spLocks noGrp="1"/>
          </p:cNvSpPr>
          <p:nvPr>
            <p:ph type="dt" sz="half" idx="10"/>
          </p:nvPr>
        </p:nvSpPr>
        <p:spPr/>
        <p:txBody>
          <a:bodyPr/>
          <a:lstStyle/>
          <a:p>
            <a:fld id="{94269102-B822-414F-B047-7900A9A34720}" type="datetimeFigureOut">
              <a:rPr lang="en-GB" smtClean="0"/>
              <a:t>07/06/2026</a:t>
            </a:fld>
            <a:endParaRPr lang="en-GB"/>
          </a:p>
        </p:txBody>
      </p:sp>
      <p:sp>
        <p:nvSpPr>
          <p:cNvPr id="5" name="Footer Placeholder 4">
            <a:extLst>
              <a:ext uri="{FF2B5EF4-FFF2-40B4-BE49-F238E27FC236}">
                <a16:creationId xmlns:a16="http://schemas.microsoft.com/office/drawing/2014/main" id="{AD3EAAA9-7A33-3E23-59E1-520E2138368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81987FD-856B-454B-8575-95C6150C4A63}"/>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3872268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56204-88D7-8822-5410-5D25FF46E2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53D6DE2-02F7-6983-4381-3B7936DA2E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2EC5C1-8AEA-B652-EEB2-266964CAF53B}"/>
              </a:ext>
            </a:extLst>
          </p:cNvPr>
          <p:cNvSpPr>
            <a:spLocks noGrp="1"/>
          </p:cNvSpPr>
          <p:nvPr>
            <p:ph type="dt" sz="half" idx="10"/>
          </p:nvPr>
        </p:nvSpPr>
        <p:spPr/>
        <p:txBody>
          <a:bodyPr/>
          <a:lstStyle/>
          <a:p>
            <a:fld id="{94269102-B822-414F-B047-7900A9A34720}" type="datetimeFigureOut">
              <a:rPr lang="en-GB" smtClean="0"/>
              <a:t>07/06/2026</a:t>
            </a:fld>
            <a:endParaRPr lang="en-GB"/>
          </a:p>
        </p:txBody>
      </p:sp>
      <p:sp>
        <p:nvSpPr>
          <p:cNvPr id="5" name="Footer Placeholder 4">
            <a:extLst>
              <a:ext uri="{FF2B5EF4-FFF2-40B4-BE49-F238E27FC236}">
                <a16:creationId xmlns:a16="http://schemas.microsoft.com/office/drawing/2014/main" id="{C80791D4-3581-CB5F-12FF-45AD1D2C225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7AF27D8-65CA-54F0-4F7E-2CF092123B59}"/>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1181274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8A436-F005-4F23-28F9-576C647E295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AC8B3EF-0D86-C2A2-332A-2672195373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8072360-9D8A-F71B-DA07-F0DDE08D68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C78DE3D-56AE-12D8-6EC4-0F899FF860AD}"/>
              </a:ext>
            </a:extLst>
          </p:cNvPr>
          <p:cNvSpPr>
            <a:spLocks noGrp="1"/>
          </p:cNvSpPr>
          <p:nvPr>
            <p:ph type="dt" sz="half" idx="10"/>
          </p:nvPr>
        </p:nvSpPr>
        <p:spPr/>
        <p:txBody>
          <a:bodyPr/>
          <a:lstStyle/>
          <a:p>
            <a:fld id="{94269102-B822-414F-B047-7900A9A34720}" type="datetimeFigureOut">
              <a:rPr lang="en-GB" smtClean="0"/>
              <a:t>07/06/2026</a:t>
            </a:fld>
            <a:endParaRPr lang="en-GB"/>
          </a:p>
        </p:txBody>
      </p:sp>
      <p:sp>
        <p:nvSpPr>
          <p:cNvPr id="6" name="Footer Placeholder 5">
            <a:extLst>
              <a:ext uri="{FF2B5EF4-FFF2-40B4-BE49-F238E27FC236}">
                <a16:creationId xmlns:a16="http://schemas.microsoft.com/office/drawing/2014/main" id="{C0E836AB-2823-434C-CA36-6A05108D837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8951D19-4BDE-066D-F331-BF14C2790F43}"/>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2763976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848AE-A2EE-0461-0328-8FD011F7266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35F7683-09B3-C6F4-0270-83FD619EC0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179224-FB16-18B5-41AB-57BD44F7D1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3F8C627-6CE7-1CCC-46DF-D529E6941A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88AF05-DE93-DCC0-36D3-46144DEF47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265642C-C3DF-AC8C-54F7-17E896919819}"/>
              </a:ext>
            </a:extLst>
          </p:cNvPr>
          <p:cNvSpPr>
            <a:spLocks noGrp="1"/>
          </p:cNvSpPr>
          <p:nvPr>
            <p:ph type="dt" sz="half" idx="10"/>
          </p:nvPr>
        </p:nvSpPr>
        <p:spPr/>
        <p:txBody>
          <a:bodyPr/>
          <a:lstStyle/>
          <a:p>
            <a:fld id="{94269102-B822-414F-B047-7900A9A34720}" type="datetimeFigureOut">
              <a:rPr lang="en-GB" smtClean="0"/>
              <a:t>07/06/2026</a:t>
            </a:fld>
            <a:endParaRPr lang="en-GB"/>
          </a:p>
        </p:txBody>
      </p:sp>
      <p:sp>
        <p:nvSpPr>
          <p:cNvPr id="8" name="Footer Placeholder 7">
            <a:extLst>
              <a:ext uri="{FF2B5EF4-FFF2-40B4-BE49-F238E27FC236}">
                <a16:creationId xmlns:a16="http://schemas.microsoft.com/office/drawing/2014/main" id="{D573B791-AF00-986D-F8D4-980C0850A48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53E63CA-A483-DB21-37EB-F9A3C39A3A5C}"/>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3997031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B15D2-308E-A0E0-A46B-A6C06C9E630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4B3D177-3F92-CE6D-CE74-BBAD4546B3C3}"/>
              </a:ext>
            </a:extLst>
          </p:cNvPr>
          <p:cNvSpPr>
            <a:spLocks noGrp="1"/>
          </p:cNvSpPr>
          <p:nvPr>
            <p:ph type="dt" sz="half" idx="10"/>
          </p:nvPr>
        </p:nvSpPr>
        <p:spPr/>
        <p:txBody>
          <a:bodyPr/>
          <a:lstStyle/>
          <a:p>
            <a:fld id="{94269102-B822-414F-B047-7900A9A34720}" type="datetimeFigureOut">
              <a:rPr lang="en-GB" smtClean="0"/>
              <a:t>07/06/2026</a:t>
            </a:fld>
            <a:endParaRPr lang="en-GB"/>
          </a:p>
        </p:txBody>
      </p:sp>
      <p:sp>
        <p:nvSpPr>
          <p:cNvPr id="4" name="Footer Placeholder 3">
            <a:extLst>
              <a:ext uri="{FF2B5EF4-FFF2-40B4-BE49-F238E27FC236}">
                <a16:creationId xmlns:a16="http://schemas.microsoft.com/office/drawing/2014/main" id="{72B8D4A8-AF7F-B1E4-4E56-7407C6CFCE3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B5E0D23-827A-47B6-959E-0669A5EEC581}"/>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1307843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5B3174-8C46-5270-FBF6-75BE8E10B44A}"/>
              </a:ext>
            </a:extLst>
          </p:cNvPr>
          <p:cNvSpPr>
            <a:spLocks noGrp="1"/>
          </p:cNvSpPr>
          <p:nvPr>
            <p:ph type="dt" sz="half" idx="10"/>
          </p:nvPr>
        </p:nvSpPr>
        <p:spPr/>
        <p:txBody>
          <a:bodyPr/>
          <a:lstStyle/>
          <a:p>
            <a:fld id="{94269102-B822-414F-B047-7900A9A34720}" type="datetimeFigureOut">
              <a:rPr lang="en-GB" smtClean="0"/>
              <a:t>07/06/2026</a:t>
            </a:fld>
            <a:endParaRPr lang="en-GB"/>
          </a:p>
        </p:txBody>
      </p:sp>
      <p:sp>
        <p:nvSpPr>
          <p:cNvPr id="3" name="Footer Placeholder 2">
            <a:extLst>
              <a:ext uri="{FF2B5EF4-FFF2-40B4-BE49-F238E27FC236}">
                <a16:creationId xmlns:a16="http://schemas.microsoft.com/office/drawing/2014/main" id="{8A9DC242-461A-E211-6124-C76E49E63F9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D15754C-3D5E-49A6-9A40-7A15E23DD403}"/>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2031579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9CE10-C353-EB7C-0E95-0609C5F341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F846D5C-734C-4951-1FC2-E07693B518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B4DDD4E-66CA-C5B8-960D-5B691CD8A6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BBAA02-D404-6F2C-B1D2-D1CD8A9B2069}"/>
              </a:ext>
            </a:extLst>
          </p:cNvPr>
          <p:cNvSpPr>
            <a:spLocks noGrp="1"/>
          </p:cNvSpPr>
          <p:nvPr>
            <p:ph type="dt" sz="half" idx="10"/>
          </p:nvPr>
        </p:nvSpPr>
        <p:spPr/>
        <p:txBody>
          <a:bodyPr/>
          <a:lstStyle/>
          <a:p>
            <a:fld id="{94269102-B822-414F-B047-7900A9A34720}" type="datetimeFigureOut">
              <a:rPr lang="en-GB" smtClean="0"/>
              <a:t>07/06/2026</a:t>
            </a:fld>
            <a:endParaRPr lang="en-GB"/>
          </a:p>
        </p:txBody>
      </p:sp>
      <p:sp>
        <p:nvSpPr>
          <p:cNvPr id="6" name="Footer Placeholder 5">
            <a:extLst>
              <a:ext uri="{FF2B5EF4-FFF2-40B4-BE49-F238E27FC236}">
                <a16:creationId xmlns:a16="http://schemas.microsoft.com/office/drawing/2014/main" id="{B2B528D2-507A-64E6-B9EA-95288147577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9CC2C9C-0A92-FF7F-92B6-4A86FF9B57CF}"/>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3057174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C92F5-1D84-CF04-C22C-7A58BFE4F1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9D31EBA-0662-7DEB-78B7-ADFC0E4CF2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292F273-F2B6-9BAB-3B37-C70F8A5743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252DB7-853B-4B21-64CC-AB866B7DB294}"/>
              </a:ext>
            </a:extLst>
          </p:cNvPr>
          <p:cNvSpPr>
            <a:spLocks noGrp="1"/>
          </p:cNvSpPr>
          <p:nvPr>
            <p:ph type="dt" sz="half" idx="10"/>
          </p:nvPr>
        </p:nvSpPr>
        <p:spPr/>
        <p:txBody>
          <a:bodyPr/>
          <a:lstStyle/>
          <a:p>
            <a:fld id="{94269102-B822-414F-B047-7900A9A34720}" type="datetimeFigureOut">
              <a:rPr lang="en-GB" smtClean="0"/>
              <a:t>07/06/2026</a:t>
            </a:fld>
            <a:endParaRPr lang="en-GB"/>
          </a:p>
        </p:txBody>
      </p:sp>
      <p:sp>
        <p:nvSpPr>
          <p:cNvPr id="6" name="Footer Placeholder 5">
            <a:extLst>
              <a:ext uri="{FF2B5EF4-FFF2-40B4-BE49-F238E27FC236}">
                <a16:creationId xmlns:a16="http://schemas.microsoft.com/office/drawing/2014/main" id="{F9E16878-9F89-F2CC-3F9C-1C2F16500A8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20F90A1-445E-D48C-198E-F9D79CF3849D}"/>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1931546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69953-73B2-EB0D-F172-3728D463ACE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8ADC4E4-7F87-3796-2C4D-2EE586033C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1AF9ACB-5441-259C-E382-05E504A398B3}"/>
              </a:ext>
            </a:extLst>
          </p:cNvPr>
          <p:cNvSpPr>
            <a:spLocks noGrp="1"/>
          </p:cNvSpPr>
          <p:nvPr>
            <p:ph type="dt" sz="half" idx="10"/>
          </p:nvPr>
        </p:nvSpPr>
        <p:spPr/>
        <p:txBody>
          <a:bodyPr/>
          <a:lstStyle/>
          <a:p>
            <a:fld id="{94269102-B822-414F-B047-7900A9A34720}" type="datetimeFigureOut">
              <a:rPr lang="en-GB" smtClean="0"/>
              <a:t>07/06/2026</a:t>
            </a:fld>
            <a:endParaRPr lang="en-GB"/>
          </a:p>
        </p:txBody>
      </p:sp>
      <p:sp>
        <p:nvSpPr>
          <p:cNvPr id="5" name="Footer Placeholder 4">
            <a:extLst>
              <a:ext uri="{FF2B5EF4-FFF2-40B4-BE49-F238E27FC236}">
                <a16:creationId xmlns:a16="http://schemas.microsoft.com/office/drawing/2014/main" id="{47000290-3AD6-4884-6724-05DC0059AB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C6D35D6-5AFA-5FE8-19A7-D08B01364D98}"/>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2851604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F3B317-FBA9-69F8-F763-E0A6C79690F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794605C-A3DE-49F4-B736-2A0A057F81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8DDD48B-883D-E90C-6A94-8D9E7F30D0F3}"/>
              </a:ext>
            </a:extLst>
          </p:cNvPr>
          <p:cNvSpPr>
            <a:spLocks noGrp="1"/>
          </p:cNvSpPr>
          <p:nvPr>
            <p:ph type="dt" sz="half" idx="10"/>
          </p:nvPr>
        </p:nvSpPr>
        <p:spPr/>
        <p:txBody>
          <a:bodyPr/>
          <a:lstStyle/>
          <a:p>
            <a:fld id="{94269102-B822-414F-B047-7900A9A34720}" type="datetimeFigureOut">
              <a:rPr lang="en-GB" smtClean="0"/>
              <a:t>07/06/2026</a:t>
            </a:fld>
            <a:endParaRPr lang="en-GB"/>
          </a:p>
        </p:txBody>
      </p:sp>
      <p:sp>
        <p:nvSpPr>
          <p:cNvPr id="5" name="Footer Placeholder 4">
            <a:extLst>
              <a:ext uri="{FF2B5EF4-FFF2-40B4-BE49-F238E27FC236}">
                <a16:creationId xmlns:a16="http://schemas.microsoft.com/office/drawing/2014/main" id="{DEB92A5E-88EF-1DC4-500F-2442D4DE029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701EC3E-106F-95FC-2993-82455FF5AA58}"/>
              </a:ext>
            </a:extLst>
          </p:cNvPr>
          <p:cNvSpPr>
            <a:spLocks noGrp="1"/>
          </p:cNvSpPr>
          <p:nvPr>
            <p:ph type="sldNum" sz="quarter" idx="12"/>
          </p:nvPr>
        </p:nvSpPr>
        <p:spPr/>
        <p:txBody>
          <a:bodyPr/>
          <a:lstStyle/>
          <a:p>
            <a:fld id="{57F53F81-30D7-C64B-A531-6E34D8C81F34}" type="slidenum">
              <a:rPr lang="en-GB" smtClean="0"/>
              <a:t>‹#›</a:t>
            </a:fld>
            <a:endParaRPr lang="en-GB"/>
          </a:p>
        </p:txBody>
      </p:sp>
    </p:spTree>
    <p:extLst>
      <p:ext uri="{BB962C8B-B14F-4D97-AF65-F5344CB8AC3E}">
        <p14:creationId xmlns:p14="http://schemas.microsoft.com/office/powerpoint/2010/main" val="1512044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CAA1FA-BD04-5C90-BED4-89550FC665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AFC1238-49C6-EBBD-A40D-1C8639640D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1C5993C-945C-5AC0-4E63-114BE90572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4269102-B822-414F-B047-7900A9A34720}" type="datetimeFigureOut">
              <a:rPr lang="en-GB" smtClean="0"/>
              <a:t>07/06/2026</a:t>
            </a:fld>
            <a:endParaRPr lang="en-GB"/>
          </a:p>
        </p:txBody>
      </p:sp>
      <p:sp>
        <p:nvSpPr>
          <p:cNvPr id="5" name="Footer Placeholder 4">
            <a:extLst>
              <a:ext uri="{FF2B5EF4-FFF2-40B4-BE49-F238E27FC236}">
                <a16:creationId xmlns:a16="http://schemas.microsoft.com/office/drawing/2014/main" id="{D1A40C5E-C323-FFAB-7CD7-EE463C19D7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1BAD6F98-E301-192E-51B4-BC03F04043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F53F81-30D7-C64B-A531-6E34D8C81F34}" type="slidenum">
              <a:rPr lang="en-GB" smtClean="0"/>
              <a:t>‹#›</a:t>
            </a:fld>
            <a:endParaRPr lang="en-GB"/>
          </a:p>
        </p:txBody>
      </p:sp>
    </p:spTree>
    <p:extLst>
      <p:ext uri="{BB962C8B-B14F-4D97-AF65-F5344CB8AC3E}">
        <p14:creationId xmlns:p14="http://schemas.microsoft.com/office/powerpoint/2010/main" val="3368052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89B7BFD-8F45-4093-AD9C-91B15B05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10" name="Oval 9">
            <a:extLst>
              <a:ext uri="{FF2B5EF4-FFF2-40B4-BE49-F238E27FC236}">
                <a16:creationId xmlns:a16="http://schemas.microsoft.com/office/drawing/2014/main" id="{D9DFE8A5-DCEC-4A43-B613-D62AC8C57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6528" y="642902"/>
            <a:ext cx="5290997" cy="5290997"/>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12" name="Oval 11">
            <a:extLst>
              <a:ext uri="{FF2B5EF4-FFF2-40B4-BE49-F238E27FC236}">
                <a16:creationId xmlns:a16="http://schemas.microsoft.com/office/drawing/2014/main" id="{5608F6B8-DDC9-422E-B241-3222341D70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5931" y="631672"/>
            <a:ext cx="5290997" cy="5290997"/>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14" name="Oval 13">
            <a:extLst>
              <a:ext uri="{FF2B5EF4-FFF2-40B4-BE49-F238E27FC236}">
                <a16:creationId xmlns:a16="http://schemas.microsoft.com/office/drawing/2014/main" id="{26B7664A-BE61-4A65-B937-A31E08B8B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0502" y="536920"/>
            <a:ext cx="5290997" cy="5290997"/>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79A3E8C2-4A84-D70C-33CB-DF31E431E922}"/>
              </a:ext>
            </a:extLst>
          </p:cNvPr>
          <p:cNvSpPr>
            <a:spLocks noGrp="1"/>
          </p:cNvSpPr>
          <p:nvPr>
            <p:ph type="ctrTitle"/>
          </p:nvPr>
        </p:nvSpPr>
        <p:spPr>
          <a:xfrm>
            <a:off x="3964676" y="1479558"/>
            <a:ext cx="4339988" cy="2577893"/>
          </a:xfrm>
        </p:spPr>
        <p:txBody>
          <a:bodyPr>
            <a:normAutofit/>
          </a:bodyPr>
          <a:lstStyle/>
          <a:p>
            <a:r>
              <a:rPr lang="en-GB" sz="5400" noProof="1">
                <a:solidFill>
                  <a:schemeClr val="bg1"/>
                </a:solidFill>
              </a:rPr>
              <a:t>Holiday Planner</a:t>
            </a:r>
          </a:p>
        </p:txBody>
      </p:sp>
      <p:sp>
        <p:nvSpPr>
          <p:cNvPr id="16" name="Graphic 212">
            <a:extLst>
              <a:ext uri="{FF2B5EF4-FFF2-40B4-BE49-F238E27FC236}">
                <a16:creationId xmlns:a16="http://schemas.microsoft.com/office/drawing/2014/main" id="{279CAF82-0ECF-42BE-8F37-F71941E5D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4716" y="662598"/>
            <a:ext cx="574267" cy="57426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solidFill>
                <a:schemeClr val="lt1"/>
              </a:solidFill>
            </a:endParaRPr>
          </a:p>
        </p:txBody>
      </p:sp>
      <p:sp>
        <p:nvSpPr>
          <p:cNvPr id="18" name="Graphic 212">
            <a:extLst>
              <a:ext uri="{FF2B5EF4-FFF2-40B4-BE49-F238E27FC236}">
                <a16:creationId xmlns:a16="http://schemas.microsoft.com/office/drawing/2014/main" id="{14A1FA07-A873-4AB3-8D01-CFEEEA8CA4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4716" y="662598"/>
            <a:ext cx="574267" cy="57426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solidFill>
                <a:schemeClr val="lt1"/>
              </a:solidFill>
            </a:endParaRPr>
          </a:p>
        </p:txBody>
      </p:sp>
      <p:sp>
        <p:nvSpPr>
          <p:cNvPr id="20" name="Freeform: Shape 19">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GB" noProof="1"/>
          </a:p>
        </p:txBody>
      </p:sp>
      <p:sp>
        <p:nvSpPr>
          <p:cNvPr id="22" name="Freeform: Shape 21">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GB" noProof="1"/>
          </a:p>
        </p:txBody>
      </p:sp>
      <p:sp>
        <p:nvSpPr>
          <p:cNvPr id="24" name="Oval 23">
            <a:extLst>
              <a:ext uri="{FF2B5EF4-FFF2-40B4-BE49-F238E27FC236}">
                <a16:creationId xmlns:a16="http://schemas.microsoft.com/office/drawing/2014/main" id="{033BC44A-0661-43B4-9C14-FD5963C226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2901" y="4578041"/>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p>
        </p:txBody>
      </p:sp>
      <p:sp>
        <p:nvSpPr>
          <p:cNvPr id="26" name="Oval 25">
            <a:extLst>
              <a:ext uri="{FF2B5EF4-FFF2-40B4-BE49-F238E27FC236}">
                <a16:creationId xmlns:a16="http://schemas.microsoft.com/office/drawing/2014/main" id="{331C48F7-8F88-43DC-B1A6-2967CF5AFF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2901" y="4578041"/>
            <a:ext cx="319941" cy="31994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p>
        </p:txBody>
      </p:sp>
      <p:grpSp>
        <p:nvGrpSpPr>
          <p:cNvPr id="28"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29" name="Freeform: Shape 28">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GB" noProof="1"/>
            </a:p>
          </p:txBody>
        </p:sp>
        <p:sp>
          <p:nvSpPr>
            <p:cNvPr id="30" name="Freeform: Shape 29">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GB" noProof="1"/>
            </a:p>
          </p:txBody>
        </p:sp>
        <p:sp>
          <p:nvSpPr>
            <p:cNvPr id="31" name="Freeform: Shape 30">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GB" noProof="1"/>
            </a:p>
          </p:txBody>
        </p:sp>
        <p:sp>
          <p:nvSpPr>
            <p:cNvPr id="32" name="Freeform: Shape 31">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GB" noProof="1"/>
            </a:p>
          </p:txBody>
        </p:sp>
        <p:sp>
          <p:nvSpPr>
            <p:cNvPr id="33" name="Freeform: Shape 32">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GB" noProof="1"/>
            </a:p>
          </p:txBody>
        </p:sp>
      </p:grpSp>
      <p:sp>
        <p:nvSpPr>
          <p:cNvPr id="3" name="TextBox 2">
            <a:extLst>
              <a:ext uri="{FF2B5EF4-FFF2-40B4-BE49-F238E27FC236}">
                <a16:creationId xmlns:a16="http://schemas.microsoft.com/office/drawing/2014/main" id="{1A2FCC6E-FA36-2ABA-13ED-5F3CFEA4DD00}"/>
              </a:ext>
            </a:extLst>
          </p:cNvPr>
          <p:cNvSpPr txBox="1"/>
          <p:nvPr/>
        </p:nvSpPr>
        <p:spPr>
          <a:xfrm>
            <a:off x="5129213" y="4300538"/>
            <a:ext cx="2214562" cy="646331"/>
          </a:xfrm>
          <a:prstGeom prst="rect">
            <a:avLst/>
          </a:prstGeom>
          <a:noFill/>
        </p:spPr>
        <p:txBody>
          <a:bodyPr wrap="square" rtlCol="0">
            <a:spAutoFit/>
          </a:bodyPr>
          <a:lstStyle/>
          <a:p>
            <a:r>
              <a:rPr lang="en-GB" dirty="0" err="1">
                <a:solidFill>
                  <a:schemeClr val="bg1"/>
                </a:solidFill>
              </a:rPr>
              <a:t>Github</a:t>
            </a:r>
            <a:r>
              <a:rPr lang="en-GB" dirty="0">
                <a:solidFill>
                  <a:schemeClr val="bg1"/>
                </a:solidFill>
              </a:rPr>
              <a:t>:</a:t>
            </a:r>
          </a:p>
          <a:p>
            <a:r>
              <a:rPr lang="en-GB" dirty="0">
                <a:solidFill>
                  <a:schemeClr val="bg1"/>
                </a:solidFill>
              </a:rPr>
              <a:t>Link to Video Demo:</a:t>
            </a:r>
          </a:p>
        </p:txBody>
      </p:sp>
    </p:spTree>
    <p:extLst>
      <p:ext uri="{BB962C8B-B14F-4D97-AF65-F5344CB8AC3E}">
        <p14:creationId xmlns:p14="http://schemas.microsoft.com/office/powerpoint/2010/main" val="2546461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DF881-E524-66BF-4A0F-24FDF94569BD}"/>
              </a:ext>
            </a:extLst>
          </p:cNvPr>
          <p:cNvSpPr>
            <a:spLocks noGrp="1"/>
          </p:cNvSpPr>
          <p:nvPr>
            <p:ph type="title"/>
          </p:nvPr>
        </p:nvSpPr>
        <p:spPr/>
        <p:txBody>
          <a:bodyPr/>
          <a:lstStyle/>
          <a:p>
            <a:r>
              <a:rPr lang="en-GB" noProof="1"/>
              <a:t>Table of Contents Here</a:t>
            </a:r>
          </a:p>
        </p:txBody>
      </p:sp>
      <p:sp>
        <p:nvSpPr>
          <p:cNvPr id="3" name="Content Placeholder 2">
            <a:extLst>
              <a:ext uri="{FF2B5EF4-FFF2-40B4-BE49-F238E27FC236}">
                <a16:creationId xmlns:a16="http://schemas.microsoft.com/office/drawing/2014/main" id="{7705FB07-AE07-738D-D0AE-A2F06C06EA1B}"/>
              </a:ext>
            </a:extLst>
          </p:cNvPr>
          <p:cNvSpPr>
            <a:spLocks noGrp="1"/>
          </p:cNvSpPr>
          <p:nvPr>
            <p:ph idx="1"/>
          </p:nvPr>
        </p:nvSpPr>
        <p:spPr/>
        <p:txBody>
          <a:bodyPr>
            <a:normAutofit fontScale="85000" lnSpcReduction="20000"/>
          </a:bodyPr>
          <a:lstStyle/>
          <a:p>
            <a:r>
              <a:rPr lang="en-GB" b="1" noProof="1"/>
              <a:t>Introduction</a:t>
            </a:r>
          </a:p>
          <a:p>
            <a:r>
              <a:rPr lang="en-GB" b="1" noProof="1"/>
              <a:t>Community</a:t>
            </a:r>
          </a:p>
          <a:p>
            <a:r>
              <a:rPr lang="en-GB" b="1" noProof="1"/>
              <a:t>Problem</a:t>
            </a:r>
          </a:p>
          <a:p>
            <a:r>
              <a:rPr lang="en-GB" b="1" noProof="1"/>
              <a:t>Competitor Research</a:t>
            </a:r>
          </a:p>
          <a:p>
            <a:r>
              <a:rPr lang="en-GB" b="1" noProof="1"/>
              <a:t>Personas</a:t>
            </a:r>
          </a:p>
          <a:p>
            <a:r>
              <a:rPr lang="en-GB" b="1" noProof="1"/>
              <a:t> Design Development</a:t>
            </a:r>
          </a:p>
          <a:p>
            <a:r>
              <a:rPr lang="en-GB" b="1" noProof="1"/>
              <a:t> App Flow</a:t>
            </a:r>
          </a:p>
          <a:p>
            <a:r>
              <a:rPr lang="en-GB" b="1" noProof="1"/>
              <a:t> Code Development</a:t>
            </a:r>
          </a:p>
          <a:p>
            <a:r>
              <a:rPr lang="en-GB" b="1" noProof="1"/>
              <a:t> User Testing</a:t>
            </a:r>
          </a:p>
          <a:p>
            <a:r>
              <a:rPr lang="en-GB" b="1" noProof="1"/>
              <a:t> Reflection</a:t>
            </a:r>
          </a:p>
          <a:p>
            <a:r>
              <a:rPr lang="en-GB" b="1" noProof="1"/>
              <a:t> References.</a:t>
            </a:r>
            <a:endParaRPr lang="en-GB" noProof="1"/>
          </a:p>
          <a:p>
            <a:endParaRPr lang="en-GB" noProof="1"/>
          </a:p>
        </p:txBody>
      </p:sp>
    </p:spTree>
    <p:extLst>
      <p:ext uri="{BB962C8B-B14F-4D97-AF65-F5344CB8AC3E}">
        <p14:creationId xmlns:p14="http://schemas.microsoft.com/office/powerpoint/2010/main" val="3668291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6361D-7644-EF95-AD60-141C702AFBBC}"/>
              </a:ext>
            </a:extLst>
          </p:cNvPr>
          <p:cNvSpPr>
            <a:spLocks noGrp="1"/>
          </p:cNvSpPr>
          <p:nvPr>
            <p:ph type="title"/>
          </p:nvPr>
        </p:nvSpPr>
        <p:spPr/>
        <p:txBody>
          <a:bodyPr/>
          <a:lstStyle/>
          <a:p>
            <a:r>
              <a:rPr lang="en-GB" noProof="1"/>
              <a:t>Intro</a:t>
            </a:r>
          </a:p>
        </p:txBody>
      </p:sp>
      <p:sp>
        <p:nvSpPr>
          <p:cNvPr id="3" name="Content Placeholder 2">
            <a:extLst>
              <a:ext uri="{FF2B5EF4-FFF2-40B4-BE49-F238E27FC236}">
                <a16:creationId xmlns:a16="http://schemas.microsoft.com/office/drawing/2014/main" id="{6A6BA801-71B8-9112-6105-B34766F3869B}"/>
              </a:ext>
            </a:extLst>
          </p:cNvPr>
          <p:cNvSpPr>
            <a:spLocks noGrp="1"/>
          </p:cNvSpPr>
          <p:nvPr>
            <p:ph idx="1"/>
          </p:nvPr>
        </p:nvSpPr>
        <p:spPr/>
        <p:txBody>
          <a:bodyPr>
            <a:normAutofit lnSpcReduction="10000"/>
          </a:bodyPr>
          <a:lstStyle/>
          <a:p>
            <a:r>
              <a:rPr lang="en-GB" noProof="1"/>
              <a:t>App Concept</a:t>
            </a:r>
          </a:p>
          <a:p>
            <a:pPr lvl="1"/>
            <a:r>
              <a:rPr lang="en-GB" noProof="1"/>
              <a:t>A mobile app designed for young travellers and students who struggle deciding where to travel. The app helps users discover destinations through preference-based random city recommendations while also acting as a lightweight travel organiser for itineraries, saved trips, and travel essentials.</a:t>
            </a:r>
          </a:p>
          <a:p>
            <a:r>
              <a:rPr lang="en-GB" noProof="1"/>
              <a:t>Unique angle:</a:t>
            </a:r>
          </a:p>
          <a:p>
            <a:pPr lvl="1"/>
            <a:r>
              <a:rPr lang="en-GB" noProof="1"/>
              <a:t>decision fatigue</a:t>
            </a:r>
          </a:p>
          <a:p>
            <a:pPr lvl="1"/>
            <a:r>
              <a:rPr lang="en-GB" noProof="1"/>
              <a:t>spontaneity</a:t>
            </a:r>
          </a:p>
          <a:p>
            <a:pPr lvl="1"/>
            <a:r>
              <a:rPr lang="en-GB" noProof="1"/>
              <a:t>comfort-aware recommendations</a:t>
            </a:r>
          </a:p>
          <a:p>
            <a:pPr lvl="1"/>
            <a:r>
              <a:rPr lang="en-GB" noProof="1"/>
              <a:t>travel planning simplified</a:t>
            </a:r>
            <a:br>
              <a:rPr lang="en-GB" noProof="1"/>
            </a:br>
            <a:endParaRPr lang="en-GB" noProof="1"/>
          </a:p>
          <a:p>
            <a:pPr lvl="1"/>
            <a:endParaRPr lang="en-GB" noProof="1"/>
          </a:p>
        </p:txBody>
      </p:sp>
    </p:spTree>
    <p:extLst>
      <p:ext uri="{BB962C8B-B14F-4D97-AF65-F5344CB8AC3E}">
        <p14:creationId xmlns:p14="http://schemas.microsoft.com/office/powerpoint/2010/main" val="305257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10" name="Oval 9">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12" name="Oval 11">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accent3"/>
              </a:solidFill>
            </a:endParaRPr>
          </a:p>
        </p:txBody>
      </p:sp>
      <p:sp>
        <p:nvSpPr>
          <p:cNvPr id="14" name="Oval 13">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99E78846-7A24-33A6-00CF-9D0507BA3A6D}"/>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GB" sz="5400" kern="1200" noProof="1">
                <a:solidFill>
                  <a:schemeClr val="bg1"/>
                </a:solidFill>
                <a:latin typeface="+mj-lt"/>
                <a:ea typeface="+mj-ea"/>
                <a:cs typeface="+mj-cs"/>
              </a:rPr>
              <a:t>Research</a:t>
            </a:r>
          </a:p>
        </p:txBody>
      </p:sp>
      <p:sp>
        <p:nvSpPr>
          <p:cNvPr id="16"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solidFill>
                <a:schemeClr val="lt1"/>
              </a:solidFill>
            </a:endParaRPr>
          </a:p>
        </p:txBody>
      </p:sp>
      <p:sp>
        <p:nvSpPr>
          <p:cNvPr id="18"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solidFill>
                <a:schemeClr val="lt1"/>
              </a:solidFill>
            </a:endParaRPr>
          </a:p>
        </p:txBody>
      </p:sp>
      <p:grpSp>
        <p:nvGrpSpPr>
          <p:cNvPr id="20"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1" name="Freeform: Shape 20">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GB" noProof="1"/>
            </a:p>
          </p:txBody>
        </p:sp>
        <p:sp>
          <p:nvSpPr>
            <p:cNvPr id="22" name="Freeform: Shape 21">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GB" noProof="1"/>
            </a:p>
          </p:txBody>
        </p:sp>
      </p:grpSp>
      <p:sp>
        <p:nvSpPr>
          <p:cNvPr id="24" name="Oval 23">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p>
        </p:txBody>
      </p:sp>
      <p:sp>
        <p:nvSpPr>
          <p:cNvPr id="26" name="Oval 25">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p>
        </p:txBody>
      </p:sp>
      <p:grpSp>
        <p:nvGrpSpPr>
          <p:cNvPr id="28"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9" name="Freeform: Shape 28">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1"/>
            </a:p>
          </p:txBody>
        </p:sp>
        <p:sp>
          <p:nvSpPr>
            <p:cNvPr id="30" name="Freeform: Shape 29">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31" name="Freeform: Shape 30">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32" name="Freeform: Shape 31">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33" name="Freeform: Shape 32">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34" name="Freeform: Shape 33">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35" name="Freeform: Shape 34">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36" name="Freeform: Shape 35">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1"/>
            </a:p>
          </p:txBody>
        </p:sp>
        <p:sp>
          <p:nvSpPr>
            <p:cNvPr id="37" name="Freeform: Shape 36">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38" name="Freeform: Shape 37">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39" name="Freeform: Shape 38">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40" name="Freeform: Shape 39">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41" name="Freeform: Shape 40">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42" name="Freeform: Shape 41">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43" name="Freeform: Shape 42">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44" name="Freeform: Shape 43">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45" name="Freeform: Shape 44">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46" name="Freeform: Shape 45">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47" name="Freeform: Shape 46">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48" name="Freeform: Shape 47">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49" name="Freeform: Shape 48">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50" name="Freeform: Shape 49">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51" name="Freeform: Shape 50">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2" name="Freeform: Shape 51">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3" name="Freeform: Shape 52">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4" name="Freeform: Shape 53">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5" name="Freeform: Shape 54">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56" name="Freeform: Shape 55">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7" name="Freeform: Shape 56">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58" name="Freeform: Shape 57">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59" name="Freeform: Shape 58">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0" name="Freeform: Shape 59">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1" name="Freeform: Shape 60">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2" name="Freeform: Shape 61">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3" name="Freeform: Shape 62">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4" name="Freeform: Shape 63">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65" name="Freeform: Shape 64">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66" name="Freeform: Shape 65">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67" name="Freeform: Shape 66">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68" name="Freeform: Shape 67">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69" name="Freeform: Shape 68">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0" name="Freeform: Shape 69">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71" name="Freeform: Shape 70">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72" name="Freeform: Shape 71">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3" name="Freeform: Shape 72">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4" name="Freeform: Shape 73">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5" name="Freeform: Shape 74">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6" name="Freeform: Shape 75">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7" name="Freeform: Shape 76">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8" name="Freeform: Shape 77">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79" name="Freeform: Shape 78">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80" name="Freeform: Shape 79">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GB" noProof="1"/>
            </a:p>
          </p:txBody>
        </p:sp>
        <p:sp>
          <p:nvSpPr>
            <p:cNvPr id="81" name="Freeform: Shape 80">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82" name="Freeform: Shape 81">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GB" noProof="1"/>
            </a:p>
          </p:txBody>
        </p:sp>
        <p:sp>
          <p:nvSpPr>
            <p:cNvPr id="83" name="Freeform: Shape 82">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84" name="Freeform: Shape 83">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85" name="Freeform: Shape 84">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86" name="Freeform: Shape 85">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1"/>
            </a:p>
          </p:txBody>
        </p:sp>
        <p:sp>
          <p:nvSpPr>
            <p:cNvPr id="87" name="Freeform: Shape 86">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88" name="Freeform: Shape 87">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1"/>
            </a:p>
          </p:txBody>
        </p:sp>
        <p:sp>
          <p:nvSpPr>
            <p:cNvPr id="89" name="Freeform: Shape 88">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90" name="Freeform: Shape 89">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91" name="Freeform: Shape 90">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92" name="Freeform: Shape 91">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93" name="Freeform: Shape 92">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94" name="Freeform: Shape 93">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95" name="Freeform: Shape 94">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96" name="Freeform: Shape 95">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97" name="Freeform: Shape 96">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98" name="Freeform: Shape 97">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1"/>
            </a:p>
          </p:txBody>
        </p:sp>
        <p:sp>
          <p:nvSpPr>
            <p:cNvPr id="99" name="Freeform: Shape 98">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00" name="Freeform: Shape 99">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1"/>
            </a:p>
          </p:txBody>
        </p:sp>
        <p:sp>
          <p:nvSpPr>
            <p:cNvPr id="101" name="Freeform: Shape 100">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2" name="Freeform: Shape 101">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3" name="Freeform: Shape 102">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4" name="Freeform: Shape 103">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05" name="Freeform: Shape 104">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6" name="Freeform: Shape 105">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07" name="Freeform: Shape 106">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8" name="Freeform: Shape 107">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09" name="Freeform: Shape 108">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10" name="Freeform: Shape 109">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1"/>
            </a:p>
          </p:txBody>
        </p:sp>
        <p:sp>
          <p:nvSpPr>
            <p:cNvPr id="111" name="Freeform: Shape 110">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12" name="Freeform: Shape 111">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1"/>
            </a:p>
          </p:txBody>
        </p:sp>
        <p:sp>
          <p:nvSpPr>
            <p:cNvPr id="113" name="Freeform: Shape 112">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4" name="Freeform: Shape 113">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5" name="Freeform: Shape 114">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6" name="Freeform: Shape 115">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17" name="Freeform: Shape 116">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8" name="Freeform: Shape 117">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19" name="Freeform: Shape 118">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20" name="Freeform: Shape 119">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1"/>
            </a:p>
          </p:txBody>
        </p:sp>
        <p:sp>
          <p:nvSpPr>
            <p:cNvPr id="121" name="Freeform: Shape 120">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122" name="Freeform: Shape 121">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23" name="Freeform: Shape 122">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24" name="Freeform: Shape 123">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25" name="Freeform: Shape 124">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126" name="Freeform: Shape 125">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27" name="Freeform: Shape 126">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28" name="Freeform: Shape 127">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29" name="Freeform: Shape 128">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0" name="Freeform: Shape 129">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1" name="Freeform: Shape 130">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2" name="Freeform: Shape 131">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33" name="Freeform: Shape 132">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4" name="Freeform: Shape 133">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35" name="Freeform: Shape 134">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6" name="Freeform: Shape 135">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7" name="Freeform: Shape 136">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8" name="Freeform: Shape 137">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9" name="Freeform: Shape 138">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0" name="Freeform: Shape 139">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1" name="Freeform: Shape 140">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42" name="Freeform: Shape 141">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3" name="Freeform: Shape 142">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4" name="Freeform: Shape 143">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5" name="Freeform: Shape 144">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6" name="Freeform: Shape 145">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7" name="Freeform: Shape 146">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8" name="Freeform: Shape 147">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49" name="Freeform: Shape 148">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0" name="Freeform: Shape 149">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1" name="Freeform: Shape 150">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2" name="Freeform: Shape 151">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3" name="Freeform: Shape 152">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4" name="Freeform: Shape 153">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5" name="Freeform: Shape 154">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56" name="Freeform: Shape 155">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57" name="Freeform: Shape 156">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58" name="Freeform: Shape 157">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59" name="Freeform: Shape 158">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60" name="Freeform: Shape 159">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61" name="Freeform: Shape 160">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62" name="Freeform: Shape 161">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63" name="Freeform: Shape 162">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64" name="Freeform: Shape 163">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GB" noProof="1"/>
            </a:p>
          </p:txBody>
        </p:sp>
        <p:sp>
          <p:nvSpPr>
            <p:cNvPr id="165" name="Freeform: Shape 164">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66" name="Freeform: Shape 165">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GB" noProof="1"/>
            </a:p>
          </p:txBody>
        </p:sp>
        <p:sp>
          <p:nvSpPr>
            <p:cNvPr id="167" name="Freeform: Shape 166">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168" name="Freeform: Shape 167">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69" name="Freeform: Shape 168">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0" name="Freeform: Shape 169">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71" name="Freeform: Shape 170">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2" name="Freeform: Shape 171">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73" name="Freeform: Shape 172">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74" name="Freeform: Shape 173">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5" name="Freeform: Shape 174">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6" name="Freeform: Shape 175">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77" name="Freeform: Shape 176">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8" name="Freeform: Shape 177">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79" name="Freeform: Shape 178">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0" name="Freeform: Shape 179">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1" name="Freeform: Shape 180">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2" name="Freeform: Shape 181">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83" name="Freeform: Shape 182">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4" name="Freeform: Shape 183">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85" name="Freeform: Shape 184">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6" name="Freeform: Shape 185">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7" name="Freeform: Shape 186">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8" name="Freeform: Shape 187">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89" name="Freeform: Shape 188">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90" name="Freeform: Shape 189">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91" name="Freeform: Shape 190">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92" name="Freeform: Shape 191">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93" name="Freeform: Shape 192">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94" name="Freeform: Shape 193">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1"/>
            </a:p>
          </p:txBody>
        </p:sp>
        <p:sp>
          <p:nvSpPr>
            <p:cNvPr id="195" name="Freeform: Shape 194">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96" name="Freeform: Shape 195">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1"/>
            </a:p>
          </p:txBody>
        </p:sp>
        <p:sp>
          <p:nvSpPr>
            <p:cNvPr id="197" name="Freeform: Shape 196">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grpSp>
    </p:spTree>
    <p:extLst>
      <p:ext uri="{BB962C8B-B14F-4D97-AF65-F5344CB8AC3E}">
        <p14:creationId xmlns:p14="http://schemas.microsoft.com/office/powerpoint/2010/main" val="3492885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A5BD21-4D9F-C46D-0E54-9A65195A1B01}"/>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F08069A3-B994-375D-CF5B-D6304D8C2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7A09B0D9-7E3C-301E-6454-E853813F2D04}"/>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noProof="1">
                <a:solidFill>
                  <a:schemeClr val="bg1"/>
                </a:solidFill>
              </a:rPr>
              <a:t>Community</a:t>
            </a:r>
            <a:endParaRPr lang="en-GB" sz="3200" kern="1200" noProof="1">
              <a:solidFill>
                <a:schemeClr val="bg1"/>
              </a:solidFill>
              <a:latin typeface="+mj-lt"/>
              <a:ea typeface="+mj-ea"/>
              <a:cs typeface="+mj-cs"/>
            </a:endParaRPr>
          </a:p>
        </p:txBody>
      </p:sp>
      <p:sp>
        <p:nvSpPr>
          <p:cNvPr id="5" name="Content Placeholder 4">
            <a:extLst>
              <a:ext uri="{FF2B5EF4-FFF2-40B4-BE49-F238E27FC236}">
                <a16:creationId xmlns:a16="http://schemas.microsoft.com/office/drawing/2014/main" id="{FC18C97E-7D8E-8AC5-31EA-6BAE70C10DE1}"/>
              </a:ext>
            </a:extLst>
          </p:cNvPr>
          <p:cNvSpPr>
            <a:spLocks noGrp="1"/>
          </p:cNvSpPr>
          <p:nvPr>
            <p:ph idx="1"/>
          </p:nvPr>
        </p:nvSpPr>
        <p:spPr/>
        <p:txBody>
          <a:bodyPr>
            <a:normAutofit fontScale="85000" lnSpcReduction="20000"/>
          </a:bodyPr>
          <a:lstStyle/>
          <a:p>
            <a:r>
              <a:rPr lang="en-GB" noProof="1"/>
              <a:t>Young travellers, students, and first-time independent travellers aged 18–30.</a:t>
            </a:r>
          </a:p>
          <a:p>
            <a:pPr marL="0" indent="0">
              <a:buNone/>
            </a:pPr>
            <a:endParaRPr lang="en-GB" noProof="1"/>
          </a:p>
          <a:p>
            <a:r>
              <a:rPr lang="en-GB" b="1" noProof="1"/>
              <a:t>Why this community?</a:t>
            </a:r>
          </a:p>
          <a:p>
            <a:pPr lvl="1"/>
            <a:r>
              <a:rPr lang="en-GB" noProof="1"/>
              <a:t>Because younger travellers increasingly travel independently but rely heavily on fragmented digital tools.</a:t>
            </a:r>
          </a:p>
          <a:p>
            <a:pPr marL="0" indent="0">
              <a:buNone/>
            </a:pPr>
            <a:r>
              <a:rPr lang="en-GB" b="1" noProof="1"/>
              <a:t>Community Needs</a:t>
            </a:r>
          </a:p>
          <a:p>
            <a:pPr marL="0" indent="0">
              <a:buNone/>
            </a:pPr>
            <a:r>
              <a:rPr lang="en-GB" noProof="1"/>
              <a:t>Young travellers commonly:</a:t>
            </a:r>
          </a:p>
          <a:p>
            <a:r>
              <a:rPr lang="en-GB" noProof="1"/>
              <a:t>Use multiple apps while planning</a:t>
            </a:r>
          </a:p>
          <a:p>
            <a:r>
              <a:rPr lang="en-GB" noProof="1"/>
              <a:t>Spend significant time comparing destinations</a:t>
            </a:r>
          </a:p>
          <a:p>
            <a:r>
              <a:rPr lang="en-GB" noProof="1"/>
              <a:t>Experience decision fatigue</a:t>
            </a:r>
          </a:p>
          <a:p>
            <a:r>
              <a:rPr lang="en-GB" noProof="1"/>
              <a:t>Need affordable options</a:t>
            </a:r>
          </a:p>
          <a:p>
            <a:r>
              <a:rPr lang="en-GB" noProof="1"/>
              <a:t>Prefer mobile-first tools</a:t>
            </a:r>
          </a:p>
          <a:p>
            <a:endParaRPr lang="en-GB" noProof="1"/>
          </a:p>
          <a:p>
            <a:endParaRPr lang="en-GB" noProof="1"/>
          </a:p>
          <a:p>
            <a:endParaRPr lang="en-GB" noProof="1"/>
          </a:p>
        </p:txBody>
      </p:sp>
    </p:spTree>
    <p:extLst>
      <p:ext uri="{BB962C8B-B14F-4D97-AF65-F5344CB8AC3E}">
        <p14:creationId xmlns:p14="http://schemas.microsoft.com/office/powerpoint/2010/main" val="1035860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A1401-3A3D-A35F-6DE1-5F47A8F8A2AF}"/>
              </a:ext>
            </a:extLst>
          </p:cNvPr>
          <p:cNvSpPr>
            <a:spLocks noGrp="1"/>
          </p:cNvSpPr>
          <p:nvPr>
            <p:ph type="title"/>
          </p:nvPr>
        </p:nvSpPr>
        <p:spPr/>
        <p:txBody>
          <a:bodyPr/>
          <a:lstStyle/>
          <a:p>
            <a:r>
              <a:rPr lang="en-GB" b="1" noProof="1"/>
              <a:t>Problems</a:t>
            </a:r>
            <a:endParaRPr lang="en-GB" noProof="1"/>
          </a:p>
        </p:txBody>
      </p:sp>
      <p:sp>
        <p:nvSpPr>
          <p:cNvPr id="3" name="Content Placeholder 2">
            <a:extLst>
              <a:ext uri="{FF2B5EF4-FFF2-40B4-BE49-F238E27FC236}">
                <a16:creationId xmlns:a16="http://schemas.microsoft.com/office/drawing/2014/main" id="{AD273157-5648-917C-2962-D425755E8651}"/>
              </a:ext>
            </a:extLst>
          </p:cNvPr>
          <p:cNvSpPr>
            <a:spLocks noGrp="1"/>
          </p:cNvSpPr>
          <p:nvPr>
            <p:ph idx="1"/>
          </p:nvPr>
        </p:nvSpPr>
        <p:spPr/>
        <p:txBody>
          <a:bodyPr/>
          <a:lstStyle/>
          <a:p>
            <a:pPr lvl="1"/>
            <a:r>
              <a:rPr lang="en-GB" noProof="1"/>
              <a:t>Overwhelmed choosing destinations</a:t>
            </a:r>
          </a:p>
          <a:p>
            <a:pPr lvl="1"/>
            <a:r>
              <a:rPr lang="en-GB" noProof="1"/>
              <a:t>Too many travel options</a:t>
            </a:r>
          </a:p>
          <a:p>
            <a:pPr lvl="1"/>
            <a:r>
              <a:rPr lang="en-GB" noProof="1"/>
              <a:t>Planning feels stressful</a:t>
            </a:r>
          </a:p>
          <a:p>
            <a:pPr lvl="1"/>
            <a:r>
              <a:rPr lang="en-GB" noProof="1"/>
              <a:t>Multiple apps required</a:t>
            </a:r>
          </a:p>
          <a:p>
            <a:pPr lvl="1"/>
            <a:r>
              <a:rPr lang="en-GB" noProof="1"/>
              <a:t>Budget uncertainty</a:t>
            </a:r>
          </a:p>
          <a:p>
            <a:pPr lvl="1"/>
            <a:r>
              <a:rPr lang="en-GB" noProof="1"/>
              <a:t>Difficulty starting the planning process</a:t>
            </a:r>
          </a:p>
          <a:p>
            <a:endParaRPr lang="en-GB" noProof="1"/>
          </a:p>
        </p:txBody>
      </p:sp>
    </p:spTree>
    <p:extLst>
      <p:ext uri="{BB962C8B-B14F-4D97-AF65-F5344CB8AC3E}">
        <p14:creationId xmlns:p14="http://schemas.microsoft.com/office/powerpoint/2010/main" val="1093523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FFF4A2D3-4D41-F650-5832-7171323B4392}"/>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b="1" kern="1200" noProof="1">
                <a:solidFill>
                  <a:schemeClr val="bg1"/>
                </a:solidFill>
                <a:latin typeface="+mj-lt"/>
                <a:ea typeface="+mj-ea"/>
                <a:cs typeface="+mj-cs"/>
              </a:rPr>
              <a:t>Competitor Research</a:t>
            </a:r>
            <a:endParaRPr lang="en-GB" sz="3200" kern="1200" noProof="1">
              <a:solidFill>
                <a:schemeClr val="bg1"/>
              </a:solidFill>
              <a:latin typeface="+mj-lt"/>
              <a:ea typeface="+mj-ea"/>
              <a:cs typeface="+mj-cs"/>
            </a:endParaRPr>
          </a:p>
        </p:txBody>
      </p:sp>
      <p:sp>
        <p:nvSpPr>
          <p:cNvPr id="6" name="AutoShape 4" descr="Wanderlog travel planner: free vacation planner and itinerary app">
            <a:extLst>
              <a:ext uri="{FF2B5EF4-FFF2-40B4-BE49-F238E27FC236}">
                <a16:creationId xmlns:a16="http://schemas.microsoft.com/office/drawing/2014/main" id="{BFAF2A07-2686-574C-3C54-6B1618E9E03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noProof="1"/>
          </a:p>
        </p:txBody>
      </p:sp>
      <p:graphicFrame>
        <p:nvGraphicFramePr>
          <p:cNvPr id="4" name="Table 3">
            <a:extLst>
              <a:ext uri="{FF2B5EF4-FFF2-40B4-BE49-F238E27FC236}">
                <a16:creationId xmlns:a16="http://schemas.microsoft.com/office/drawing/2014/main" id="{F40D6F2D-181B-2D22-991B-64F028965951}"/>
              </a:ext>
            </a:extLst>
          </p:cNvPr>
          <p:cNvGraphicFramePr>
            <a:graphicFrameLocks noGrp="1"/>
          </p:cNvGraphicFramePr>
          <p:nvPr>
            <p:extLst>
              <p:ext uri="{D42A27DB-BD31-4B8C-83A1-F6EECF244321}">
                <p14:modId xmlns:p14="http://schemas.microsoft.com/office/powerpoint/2010/main" val="2283535297"/>
              </p:ext>
            </p:extLst>
          </p:nvPr>
        </p:nvGraphicFramePr>
        <p:xfrm>
          <a:off x="643467" y="2379803"/>
          <a:ext cx="10905068" cy="3432624"/>
        </p:xfrm>
        <a:graphic>
          <a:graphicData uri="http://schemas.openxmlformats.org/drawingml/2006/table">
            <a:tbl>
              <a:tblPr firstRow="1" bandRow="1">
                <a:noFill/>
                <a:tableStyleId>{5C22544A-7EE6-4342-B048-85BDC9FD1C3A}</a:tableStyleId>
              </a:tblPr>
              <a:tblGrid>
                <a:gridCol w="1842933">
                  <a:extLst>
                    <a:ext uri="{9D8B030D-6E8A-4147-A177-3AD203B41FA5}">
                      <a16:colId xmlns:a16="http://schemas.microsoft.com/office/drawing/2014/main" val="774536410"/>
                    </a:ext>
                  </a:extLst>
                </a:gridCol>
                <a:gridCol w="2017723">
                  <a:extLst>
                    <a:ext uri="{9D8B030D-6E8A-4147-A177-3AD203B41FA5}">
                      <a16:colId xmlns:a16="http://schemas.microsoft.com/office/drawing/2014/main" val="41764276"/>
                    </a:ext>
                  </a:extLst>
                </a:gridCol>
                <a:gridCol w="2043021">
                  <a:extLst>
                    <a:ext uri="{9D8B030D-6E8A-4147-A177-3AD203B41FA5}">
                      <a16:colId xmlns:a16="http://schemas.microsoft.com/office/drawing/2014/main" val="1058719052"/>
                    </a:ext>
                  </a:extLst>
                </a:gridCol>
                <a:gridCol w="2139616">
                  <a:extLst>
                    <a:ext uri="{9D8B030D-6E8A-4147-A177-3AD203B41FA5}">
                      <a16:colId xmlns:a16="http://schemas.microsoft.com/office/drawing/2014/main" val="2029937825"/>
                    </a:ext>
                  </a:extLst>
                </a:gridCol>
                <a:gridCol w="2861775">
                  <a:extLst>
                    <a:ext uri="{9D8B030D-6E8A-4147-A177-3AD203B41FA5}">
                      <a16:colId xmlns:a16="http://schemas.microsoft.com/office/drawing/2014/main" val="503786945"/>
                    </a:ext>
                  </a:extLst>
                </a:gridCol>
              </a:tblGrid>
              <a:tr h="627037">
                <a:tc>
                  <a:txBody>
                    <a:bodyPr/>
                    <a:lstStyle/>
                    <a:p>
                      <a:r>
                        <a:rPr lang="en-GB" sz="2000" b="1" cap="none" spc="0" noProof="1">
                          <a:solidFill>
                            <a:schemeClr val="bg1"/>
                          </a:solidFill>
                        </a:rPr>
                        <a:t>Competitors</a:t>
                      </a:r>
                    </a:p>
                  </a:txBody>
                  <a:tcPr marL="92731" marR="66236" marT="132473" marB="132473" anchor="ctr">
                    <a:lnL w="12700" cmpd="sng">
                      <a:noFill/>
                    </a:lnL>
                    <a:lnR w="12700" cmpd="sng">
                      <a:noFill/>
                    </a:lnR>
                    <a:lnT w="19050" cap="flat" cmpd="sng" algn="ctr">
                      <a:noFill/>
                      <a:prstDash val="solid"/>
                    </a:lnT>
                    <a:lnB w="38100" cmpd="sng">
                      <a:noFill/>
                    </a:lnB>
                    <a:solidFill>
                      <a:schemeClr val="tx1"/>
                    </a:solidFill>
                  </a:tcPr>
                </a:tc>
                <a:tc>
                  <a:txBody>
                    <a:bodyPr/>
                    <a:lstStyle/>
                    <a:p>
                      <a:r>
                        <a:rPr lang="en-GB" sz="2000" b="1" cap="none" spc="0" noProof="1">
                          <a:solidFill>
                            <a:schemeClr val="bg1"/>
                          </a:solidFill>
                        </a:rPr>
                        <a:t>Wanderlog</a:t>
                      </a:r>
                    </a:p>
                  </a:txBody>
                  <a:tcPr marL="92731" marR="66236" marT="132473" marB="132473" anchor="ctr">
                    <a:lnL w="12700" cmpd="sng">
                      <a:noFill/>
                    </a:lnL>
                    <a:lnR w="12700" cmpd="sng">
                      <a:noFill/>
                    </a:lnR>
                    <a:lnT w="19050" cap="flat" cmpd="sng" algn="ctr">
                      <a:noFill/>
                      <a:prstDash val="solid"/>
                    </a:lnT>
                    <a:lnB w="38100" cmpd="sng">
                      <a:noFill/>
                    </a:lnB>
                    <a:solidFill>
                      <a:schemeClr val="tx1"/>
                    </a:solidFill>
                  </a:tcPr>
                </a:tc>
                <a:tc>
                  <a:txBody>
                    <a:bodyPr/>
                    <a:lstStyle/>
                    <a:p>
                      <a:r>
                        <a:rPr lang="en-GB" sz="2000" b="1" cap="none" spc="0" noProof="1">
                          <a:solidFill>
                            <a:schemeClr val="bg1"/>
                          </a:solidFill>
                        </a:rPr>
                        <a:t>TripIt</a:t>
                      </a:r>
                    </a:p>
                  </a:txBody>
                  <a:tcPr marL="92731" marR="66236" marT="132473" marB="132473" anchor="ctr">
                    <a:lnL w="12700" cmpd="sng">
                      <a:noFill/>
                    </a:lnL>
                    <a:lnR w="12700" cmpd="sng">
                      <a:noFill/>
                    </a:lnR>
                    <a:lnT w="19050" cap="flat" cmpd="sng" algn="ctr">
                      <a:noFill/>
                      <a:prstDash val="solid"/>
                    </a:lnT>
                    <a:lnB w="38100" cmpd="sng">
                      <a:noFill/>
                    </a:lnB>
                    <a:solidFill>
                      <a:schemeClr val="tx1"/>
                    </a:solidFill>
                  </a:tcPr>
                </a:tc>
                <a:tc>
                  <a:txBody>
                    <a:bodyPr/>
                    <a:lstStyle/>
                    <a:p>
                      <a:r>
                        <a:rPr lang="en-GB" sz="2000" b="1" cap="none" spc="0" noProof="1">
                          <a:solidFill>
                            <a:schemeClr val="bg1"/>
                          </a:solidFill>
                        </a:rPr>
                        <a:t>Booking.com</a:t>
                      </a:r>
                    </a:p>
                  </a:txBody>
                  <a:tcPr marL="92731" marR="66236" marT="132473" marB="132473" anchor="ctr">
                    <a:lnL w="12700" cmpd="sng">
                      <a:noFill/>
                    </a:lnL>
                    <a:lnR w="12700" cmpd="sng">
                      <a:noFill/>
                    </a:lnR>
                    <a:lnT w="19050" cap="flat" cmpd="sng" algn="ctr">
                      <a:noFill/>
                      <a:prstDash val="solid"/>
                    </a:lnT>
                    <a:lnB w="38100" cmpd="sng">
                      <a:noFill/>
                    </a:lnB>
                    <a:solidFill>
                      <a:schemeClr val="tx1"/>
                    </a:solidFill>
                  </a:tcPr>
                </a:tc>
                <a:tc>
                  <a:txBody>
                    <a:bodyPr/>
                    <a:lstStyle/>
                    <a:p>
                      <a:r>
                        <a:rPr lang="en-GB" sz="2000" b="1" cap="none" spc="0" noProof="1">
                          <a:solidFill>
                            <a:schemeClr val="bg1"/>
                          </a:solidFill>
                        </a:rPr>
                        <a:t>Polarsteps</a:t>
                      </a:r>
                    </a:p>
                  </a:txBody>
                  <a:tcPr marL="92731" marR="66236" marT="132473" marB="132473"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1215128312"/>
                  </a:ext>
                </a:extLst>
              </a:tr>
              <a:tr h="1311478">
                <a:tc>
                  <a:txBody>
                    <a:bodyPr/>
                    <a:lstStyle/>
                    <a:p>
                      <a:r>
                        <a:rPr lang="en-GB" sz="1700" cap="none" spc="0" noProof="1">
                          <a:solidFill>
                            <a:schemeClr val="tx1"/>
                          </a:solidFill>
                        </a:rPr>
                        <a:t>Pros</a:t>
                      </a:r>
                    </a:p>
                  </a:txBody>
                  <a:tcPr marL="92731" marR="66236" marT="66236" marB="132473">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marL="285750" indent="-285750">
                        <a:buFont typeface="Arial" panose="020B0604020202020204" pitchFamily="34" charset="0"/>
                        <a:buChar char="•"/>
                      </a:pPr>
                      <a:r>
                        <a:rPr lang="en-GB" sz="1700" b="0" cap="none" spc="0" noProof="1">
                          <a:solidFill>
                            <a:schemeClr val="tx1"/>
                          </a:solidFill>
                        </a:rPr>
                        <a:t>Great inventory management</a:t>
                      </a:r>
                    </a:p>
                    <a:p>
                      <a:pPr marL="285750" indent="-285750">
                        <a:buFont typeface="Arial" panose="020B0604020202020204" pitchFamily="34" charset="0"/>
                        <a:buChar char="•"/>
                      </a:pPr>
                      <a:endParaRPr lang="en-GB" sz="1700" b="0" cap="none" spc="0" noProof="1">
                        <a:solidFill>
                          <a:schemeClr val="tx1"/>
                        </a:solidFill>
                      </a:endParaRPr>
                    </a:p>
                  </a:txBody>
                  <a:tcPr marL="92731" marR="66236" marT="66236" marB="132473">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700" cap="none" spc="0" noProof="1">
                          <a:solidFill>
                            <a:schemeClr val="tx1"/>
                          </a:solidFill>
                        </a:rPr>
                        <a:t>Organises travel confirmations</a:t>
                      </a:r>
                    </a:p>
                  </a:txBody>
                  <a:tcPr marL="92731" marR="66236" marT="66236" marB="132473">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700" cap="none" spc="0" noProof="1">
                          <a:solidFill>
                            <a:schemeClr val="tx1"/>
                          </a:solidFill>
                        </a:rPr>
                        <a:t>Huge travel database</a:t>
                      </a:r>
                    </a:p>
                    <a:p>
                      <a:endParaRPr lang="en-GB" sz="1700" cap="none" spc="0" noProof="1">
                        <a:solidFill>
                          <a:schemeClr val="tx1"/>
                        </a:solidFill>
                      </a:endParaRPr>
                    </a:p>
                  </a:txBody>
                  <a:tcPr marL="92731" marR="66236" marT="66236" marB="132473">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700" cap="none" spc="0" noProof="1">
                          <a:solidFill>
                            <a:schemeClr val="tx1"/>
                          </a:solidFill>
                        </a:rPr>
                        <a:t>Travel inspiration/community</a:t>
                      </a:r>
                    </a:p>
                    <a:p>
                      <a:pPr marL="285750" indent="-285750">
                        <a:buFont typeface="Arial" panose="020B0604020202020204" pitchFamily="34" charset="0"/>
                        <a:buChar char="•"/>
                      </a:pPr>
                      <a:endParaRPr lang="en-GB" sz="1700" cap="none" spc="0" noProof="1">
                        <a:solidFill>
                          <a:schemeClr val="tx1"/>
                        </a:solidFill>
                      </a:endParaRPr>
                    </a:p>
                  </a:txBody>
                  <a:tcPr marL="92731" marR="66236" marT="66236" marB="132473">
                    <a:lnL w="12700" cmpd="sng">
                      <a:noFill/>
                      <a:prstDash val="solid"/>
                    </a:lnL>
                    <a:lnR w="12700" cmpd="sng">
                      <a:noFill/>
                      <a:prstDash val="solid"/>
                    </a:lnR>
                    <a:lnT w="38100" cmpd="sng">
                      <a:noFill/>
                    </a:lnT>
                    <a:lnB w="12700" cap="flat" cmpd="sng" algn="ctr">
                      <a:solidFill>
                        <a:schemeClr val="tx1"/>
                      </a:solidFill>
                      <a:prstDash val="solid"/>
                    </a:lnB>
                    <a:noFill/>
                  </a:tcPr>
                </a:tc>
                <a:extLst>
                  <a:ext uri="{0D108BD9-81ED-4DB2-BD59-A6C34878D82A}">
                    <a16:rowId xmlns:a16="http://schemas.microsoft.com/office/drawing/2014/main" val="974433865"/>
                  </a:ext>
                </a:extLst>
              </a:tr>
              <a:tr h="1046533">
                <a:tc>
                  <a:txBody>
                    <a:bodyPr/>
                    <a:lstStyle/>
                    <a:p>
                      <a:r>
                        <a:rPr lang="en-GB" sz="1700" cap="none" spc="0" noProof="1">
                          <a:solidFill>
                            <a:schemeClr val="tx1"/>
                          </a:solidFill>
                        </a:rPr>
                        <a:t>Cons</a:t>
                      </a:r>
                    </a:p>
                  </a:txBody>
                  <a:tcPr marL="92731" marR="66236" marT="66236" marB="132473">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marL="285750" indent="-285750">
                        <a:buFont typeface="Arial" panose="020B0604020202020204" pitchFamily="34" charset="0"/>
                        <a:buChar char="•"/>
                      </a:pPr>
                      <a:r>
                        <a:rPr lang="en-GB" sz="1700" cap="none" spc="0" noProof="1">
                          <a:solidFill>
                            <a:schemeClr val="tx1"/>
                          </a:solidFill>
                        </a:rPr>
                        <a:t>Can feel cluttered at times</a:t>
                      </a:r>
                    </a:p>
                    <a:p>
                      <a:pPr marL="285750" indent="-285750">
                        <a:buFont typeface="Arial" panose="020B0604020202020204" pitchFamily="34" charset="0"/>
                        <a:buChar char="•"/>
                      </a:pPr>
                      <a:r>
                        <a:rPr lang="en-GB" sz="1700" cap="none" spc="0" noProof="1">
                          <a:solidFill>
                            <a:schemeClr val="tx1"/>
                          </a:solidFill>
                        </a:rPr>
                        <a:t>No search Feature</a:t>
                      </a:r>
                    </a:p>
                  </a:txBody>
                  <a:tcPr marL="92731" marR="66236" marT="66236" marB="132473">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700" cap="none" spc="0" noProof="1">
                          <a:solidFill>
                            <a:schemeClr val="tx1"/>
                          </a:solidFill>
                        </a:rPr>
                        <a:t>Weak destination discovery</a:t>
                      </a:r>
                    </a:p>
                  </a:txBody>
                  <a:tcPr marL="92731" marR="66236" marT="66236" marB="132473">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700" cap="none" spc="0" noProof="1">
                          <a:solidFill>
                            <a:schemeClr val="tx1"/>
                          </a:solidFill>
                        </a:rPr>
                        <a:t>Overwhelming UI</a:t>
                      </a:r>
                    </a:p>
                    <a:p>
                      <a:pPr marL="285750" indent="-285750">
                        <a:buFont typeface="Arial" panose="020B0604020202020204" pitchFamily="34" charset="0"/>
                        <a:buChar char="•"/>
                      </a:pPr>
                      <a:endParaRPr lang="en-GB" sz="1700" cap="none" spc="0" noProof="1">
                        <a:solidFill>
                          <a:schemeClr val="tx1"/>
                        </a:solidFill>
                      </a:endParaRPr>
                    </a:p>
                  </a:txBody>
                  <a:tcPr marL="92731" marR="66236" marT="66236" marB="132473">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700" cap="none" spc="0" noProof="1">
                          <a:solidFill>
                            <a:schemeClr val="tx1"/>
                          </a:solidFill>
                        </a:rPr>
                        <a:t>Less planning focused</a:t>
                      </a:r>
                    </a:p>
                    <a:p>
                      <a:pPr marL="285750" indent="-285750">
                        <a:buFont typeface="Arial" panose="020B0604020202020204" pitchFamily="34" charset="0"/>
                        <a:buChar char="•"/>
                      </a:pPr>
                      <a:endParaRPr lang="en-GB" sz="1700" cap="none" spc="0" noProof="1">
                        <a:solidFill>
                          <a:schemeClr val="tx1"/>
                        </a:solidFill>
                      </a:endParaRPr>
                    </a:p>
                  </a:txBody>
                  <a:tcPr marL="92731" marR="66236" marT="66236" marB="132473">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77015176"/>
                  </a:ext>
                </a:extLst>
              </a:tr>
            </a:tbl>
          </a:graphicData>
        </a:graphic>
      </p:graphicFrame>
    </p:spTree>
    <p:extLst>
      <p:ext uri="{BB962C8B-B14F-4D97-AF65-F5344CB8AC3E}">
        <p14:creationId xmlns:p14="http://schemas.microsoft.com/office/powerpoint/2010/main" val="818535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F0422-A325-D8B6-80EE-1CDB4DBC505A}"/>
              </a:ext>
            </a:extLst>
          </p:cNvPr>
          <p:cNvSpPr>
            <a:spLocks noGrp="1"/>
          </p:cNvSpPr>
          <p:nvPr>
            <p:ph type="title"/>
          </p:nvPr>
        </p:nvSpPr>
        <p:spPr/>
        <p:txBody>
          <a:bodyPr/>
          <a:lstStyle/>
          <a:p>
            <a:r>
              <a:rPr lang="en-GB" noProof="1"/>
              <a:t>Personas</a:t>
            </a:r>
          </a:p>
        </p:txBody>
      </p:sp>
      <p:sp>
        <p:nvSpPr>
          <p:cNvPr id="3" name="Content Placeholder 2">
            <a:extLst>
              <a:ext uri="{FF2B5EF4-FFF2-40B4-BE49-F238E27FC236}">
                <a16:creationId xmlns:a16="http://schemas.microsoft.com/office/drawing/2014/main" id="{A254C962-A656-2D5E-4C32-81380618AEC0}"/>
              </a:ext>
            </a:extLst>
          </p:cNvPr>
          <p:cNvSpPr>
            <a:spLocks noGrp="1"/>
          </p:cNvSpPr>
          <p:nvPr>
            <p:ph idx="1"/>
          </p:nvPr>
        </p:nvSpPr>
        <p:spPr>
          <a:xfrm>
            <a:off x="838201" y="1690688"/>
            <a:ext cx="4002024" cy="4351338"/>
          </a:xfrm>
        </p:spPr>
        <p:txBody>
          <a:bodyPr>
            <a:normAutofit fontScale="85000" lnSpcReduction="20000"/>
          </a:bodyPr>
          <a:lstStyle/>
          <a:p>
            <a:r>
              <a:rPr lang="en-GB" noProof="1"/>
              <a:t>Name: Maya</a:t>
            </a:r>
          </a:p>
          <a:p>
            <a:r>
              <a:rPr lang="en-GB" noProof="1"/>
              <a:t>Age: 21</a:t>
            </a:r>
          </a:p>
          <a:p>
            <a:r>
              <a:rPr lang="en-GB" noProof="1"/>
              <a:t>Occupation: University student</a:t>
            </a:r>
          </a:p>
          <a:p>
            <a:r>
              <a:rPr lang="en-GB" noProof="1"/>
              <a:t>Goals:</a:t>
            </a:r>
          </a:p>
          <a:p>
            <a:pPr lvl="1"/>
            <a:r>
              <a:rPr lang="en-GB" noProof="1"/>
              <a:t>Find affordable destinations quickly</a:t>
            </a:r>
          </a:p>
          <a:p>
            <a:pPr lvl="1"/>
            <a:r>
              <a:rPr lang="en-GB" noProof="1"/>
              <a:t>Travel during breaks</a:t>
            </a:r>
          </a:p>
          <a:p>
            <a:pPr lvl="1"/>
            <a:r>
              <a:rPr lang="en-GB" noProof="1"/>
              <a:t>Avoid spending hours researching</a:t>
            </a:r>
          </a:p>
          <a:p>
            <a:r>
              <a:rPr lang="en-GB" noProof="1"/>
              <a:t>Frustrations:</a:t>
            </a:r>
          </a:p>
          <a:p>
            <a:pPr lvl="1"/>
            <a:r>
              <a:rPr lang="en-GB" noProof="1"/>
              <a:t>Too many travel options</a:t>
            </a:r>
          </a:p>
          <a:p>
            <a:pPr lvl="1"/>
            <a:r>
              <a:rPr lang="en-GB" noProof="1"/>
              <a:t>Doesn't know where to start</a:t>
            </a:r>
          </a:p>
          <a:p>
            <a:pPr lvl="1"/>
            <a:r>
              <a:rPr lang="en-GB" noProof="1"/>
              <a:t>Uses multiple apps</a:t>
            </a:r>
          </a:p>
          <a:p>
            <a:endParaRPr lang="en-GB" noProof="1"/>
          </a:p>
          <a:p>
            <a:endParaRPr lang="en-GB" noProof="1"/>
          </a:p>
        </p:txBody>
      </p:sp>
      <p:sp>
        <p:nvSpPr>
          <p:cNvPr id="4" name="Content Placeholder 2">
            <a:extLst>
              <a:ext uri="{FF2B5EF4-FFF2-40B4-BE49-F238E27FC236}">
                <a16:creationId xmlns:a16="http://schemas.microsoft.com/office/drawing/2014/main" id="{1FAD75BD-2D4E-0123-3FAC-D6B849CC2D46}"/>
              </a:ext>
            </a:extLst>
          </p:cNvPr>
          <p:cNvSpPr txBox="1">
            <a:spLocks/>
          </p:cNvSpPr>
          <p:nvPr/>
        </p:nvSpPr>
        <p:spPr>
          <a:xfrm>
            <a:off x="4840225" y="1690688"/>
            <a:ext cx="3572255" cy="435133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noProof="1"/>
              <a:t>Name: Daniel</a:t>
            </a:r>
          </a:p>
          <a:p>
            <a:r>
              <a:rPr lang="en-GB" noProof="1"/>
              <a:t>Age: 19</a:t>
            </a:r>
          </a:p>
          <a:p>
            <a:r>
              <a:rPr lang="en-GB" noProof="1"/>
              <a:t>Occupation: Junior Designer</a:t>
            </a:r>
          </a:p>
          <a:p>
            <a:r>
              <a:rPr lang="en-GB" noProof="1"/>
              <a:t>Goals:</a:t>
            </a:r>
          </a:p>
          <a:p>
            <a:pPr lvl="1"/>
            <a:r>
              <a:rPr lang="en-GB" noProof="1"/>
              <a:t>Organise trips easily</a:t>
            </a:r>
          </a:p>
          <a:p>
            <a:pPr lvl="1"/>
            <a:r>
              <a:rPr lang="en-GB" noProof="1"/>
              <a:t>Save locations and plans</a:t>
            </a:r>
          </a:p>
          <a:p>
            <a:pPr lvl="1"/>
            <a:r>
              <a:rPr lang="en-GB" noProof="1"/>
              <a:t>Reduce planning stress</a:t>
            </a:r>
          </a:p>
          <a:p>
            <a:r>
              <a:rPr lang="en-GB" noProof="1"/>
              <a:t>Frustrations:</a:t>
            </a:r>
          </a:p>
          <a:p>
            <a:pPr lvl="1"/>
            <a:r>
              <a:rPr lang="en-GB" noProof="1"/>
              <a:t>Planning feels exhausting</a:t>
            </a:r>
          </a:p>
          <a:p>
            <a:pPr lvl="1"/>
            <a:r>
              <a:rPr lang="en-GB" noProof="1"/>
              <a:t>Constant tab switching</a:t>
            </a:r>
          </a:p>
          <a:p>
            <a:pPr lvl="1"/>
            <a:r>
              <a:rPr lang="en-GB" noProof="1"/>
              <a:t>Difficult itinerary organisation</a:t>
            </a:r>
          </a:p>
        </p:txBody>
      </p:sp>
      <p:sp>
        <p:nvSpPr>
          <p:cNvPr id="5" name="Content Placeholder 2">
            <a:extLst>
              <a:ext uri="{FF2B5EF4-FFF2-40B4-BE49-F238E27FC236}">
                <a16:creationId xmlns:a16="http://schemas.microsoft.com/office/drawing/2014/main" id="{2C73C0CB-3F66-C474-590C-AD12E0F80817}"/>
              </a:ext>
            </a:extLst>
          </p:cNvPr>
          <p:cNvSpPr txBox="1">
            <a:spLocks/>
          </p:cNvSpPr>
          <p:nvPr/>
        </p:nvSpPr>
        <p:spPr>
          <a:xfrm>
            <a:off x="8504045" y="1690688"/>
            <a:ext cx="3285619" cy="435133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noProof="1"/>
              <a:t>Name: Sophie</a:t>
            </a:r>
          </a:p>
          <a:p>
            <a:r>
              <a:rPr lang="en-GB" noProof="1"/>
              <a:t>Age:23</a:t>
            </a:r>
          </a:p>
          <a:p>
            <a:r>
              <a:rPr lang="en-GB" noProof="1"/>
              <a:t>Occupation: Influencer</a:t>
            </a:r>
          </a:p>
          <a:p>
            <a:r>
              <a:rPr lang="en-GB" noProof="1"/>
              <a:t>Goals:</a:t>
            </a:r>
          </a:p>
          <a:p>
            <a:pPr lvl="1"/>
            <a:r>
              <a:rPr lang="en-GB" noProof="1"/>
              <a:t>Cheap city breaks</a:t>
            </a:r>
          </a:p>
          <a:p>
            <a:pPr lvl="1"/>
            <a:r>
              <a:rPr lang="en-GB" noProof="1"/>
              <a:t>Maximise Experiences</a:t>
            </a:r>
          </a:p>
          <a:p>
            <a:pPr lvl="1"/>
            <a:r>
              <a:rPr lang="en-GB" noProof="1"/>
              <a:t>Stay within budget</a:t>
            </a:r>
          </a:p>
          <a:p>
            <a:r>
              <a:rPr lang="en-GB" noProof="1"/>
              <a:t>Frustrations:</a:t>
            </a:r>
          </a:p>
          <a:p>
            <a:pPr lvl="1"/>
            <a:r>
              <a:rPr lang="en-GB" noProof="1"/>
              <a:t>Hidden costs</a:t>
            </a:r>
          </a:p>
          <a:p>
            <a:pPr lvl="1"/>
            <a:r>
              <a:rPr lang="en-GB" noProof="1"/>
              <a:t>Expensive destinations</a:t>
            </a:r>
          </a:p>
          <a:p>
            <a:pPr lvl="1"/>
            <a:r>
              <a:rPr lang="en-GB" noProof="1"/>
              <a:t>Too much research required</a:t>
            </a:r>
          </a:p>
        </p:txBody>
      </p:sp>
    </p:spTree>
    <p:extLst>
      <p:ext uri="{BB962C8B-B14F-4D97-AF65-F5344CB8AC3E}">
        <p14:creationId xmlns:p14="http://schemas.microsoft.com/office/powerpoint/2010/main" val="3159252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C1FCC-4EBD-4E80-8F1E-3ECFE367E1E8}"/>
              </a:ext>
            </a:extLst>
          </p:cNvPr>
          <p:cNvSpPr>
            <a:spLocks noGrp="1"/>
          </p:cNvSpPr>
          <p:nvPr>
            <p:ph type="title"/>
          </p:nvPr>
        </p:nvSpPr>
        <p:spPr/>
        <p:txBody>
          <a:bodyPr/>
          <a:lstStyle/>
          <a:p>
            <a:r>
              <a:rPr lang="en-GB" noProof="1"/>
              <a:t>Initial Feature List</a:t>
            </a:r>
          </a:p>
        </p:txBody>
      </p:sp>
      <p:sp>
        <p:nvSpPr>
          <p:cNvPr id="3" name="Content Placeholder 2">
            <a:extLst>
              <a:ext uri="{FF2B5EF4-FFF2-40B4-BE49-F238E27FC236}">
                <a16:creationId xmlns:a16="http://schemas.microsoft.com/office/drawing/2014/main" id="{EB86B417-6B09-6423-D8E8-3262148A36F9}"/>
              </a:ext>
            </a:extLst>
          </p:cNvPr>
          <p:cNvSpPr>
            <a:spLocks noGrp="1"/>
          </p:cNvSpPr>
          <p:nvPr>
            <p:ph idx="1"/>
          </p:nvPr>
        </p:nvSpPr>
        <p:spPr>
          <a:xfrm>
            <a:off x="838201" y="1825625"/>
            <a:ext cx="3373582" cy="4351338"/>
          </a:xfrm>
        </p:spPr>
        <p:txBody>
          <a:bodyPr>
            <a:normAutofit fontScale="55000" lnSpcReduction="20000"/>
          </a:bodyPr>
          <a:lstStyle/>
          <a:p>
            <a:pPr marL="0" indent="0">
              <a:buNone/>
            </a:pPr>
            <a:r>
              <a:rPr lang="en-GB" b="1" noProof="1"/>
              <a:t>Must Have Features</a:t>
            </a:r>
          </a:p>
          <a:p>
            <a:r>
              <a:rPr lang="en-GB" b="1" noProof="1"/>
              <a:t>Discovery</a:t>
            </a:r>
          </a:p>
          <a:p>
            <a:pPr lvl="1"/>
            <a:r>
              <a:rPr lang="en-GB" b="1" noProof="1"/>
              <a:t>Location Questionnaire</a:t>
            </a:r>
          </a:p>
          <a:p>
            <a:pPr lvl="1"/>
            <a:r>
              <a:rPr lang="en-GB" noProof="1"/>
              <a:t>Random city generator</a:t>
            </a:r>
          </a:p>
          <a:p>
            <a:pPr lvl="1"/>
            <a:r>
              <a:rPr lang="en-GB" noProof="1"/>
              <a:t>Loading Screen</a:t>
            </a:r>
          </a:p>
          <a:p>
            <a:r>
              <a:rPr lang="en-GB" noProof="1"/>
              <a:t>Result</a:t>
            </a:r>
          </a:p>
          <a:p>
            <a:pPr lvl="1"/>
            <a:r>
              <a:rPr lang="en-GB" noProof="1"/>
              <a:t>Destination Card</a:t>
            </a:r>
          </a:p>
          <a:p>
            <a:pPr lvl="1"/>
            <a:r>
              <a:rPr lang="en-GB" noProof="1"/>
              <a:t>Comfort/weather comparison and score</a:t>
            </a:r>
          </a:p>
          <a:p>
            <a:pPr lvl="1"/>
            <a:r>
              <a:rPr lang="en-GB" noProof="1"/>
              <a:t>Save Trip to “Saved Trips” section</a:t>
            </a:r>
          </a:p>
          <a:p>
            <a:r>
              <a:rPr lang="en-GB" noProof="1"/>
              <a:t>Organisation</a:t>
            </a:r>
          </a:p>
          <a:p>
            <a:pPr lvl="1"/>
            <a:r>
              <a:rPr lang="en-GB" noProof="1"/>
              <a:t>Saved trips</a:t>
            </a:r>
          </a:p>
          <a:p>
            <a:pPr lvl="1"/>
            <a:r>
              <a:rPr lang="en-GB" noProof="1"/>
              <a:t>itinerary</a:t>
            </a:r>
          </a:p>
          <a:p>
            <a:r>
              <a:rPr lang="en-GB" noProof="1"/>
              <a:t>Travel hub</a:t>
            </a:r>
          </a:p>
          <a:p>
            <a:pPr lvl="1"/>
            <a:r>
              <a:rPr lang="en-GB" noProof="1"/>
              <a:t>Ability to Store Tickets</a:t>
            </a:r>
          </a:p>
          <a:p>
            <a:pPr lvl="1"/>
            <a:r>
              <a:rPr lang="en-GB" noProof="1"/>
              <a:t>Display destination currency</a:t>
            </a:r>
          </a:p>
          <a:p>
            <a:pPr lvl="1"/>
            <a:r>
              <a:rPr lang="en-GB" noProof="1"/>
              <a:t>Emergency contacts section</a:t>
            </a:r>
          </a:p>
          <a:p>
            <a:pPr lvl="1"/>
            <a:r>
              <a:rPr lang="en-GB" noProof="1"/>
              <a:t>Offline maps</a:t>
            </a:r>
          </a:p>
          <a:p>
            <a:endParaRPr lang="en-GB" noProof="1"/>
          </a:p>
        </p:txBody>
      </p:sp>
      <p:sp>
        <p:nvSpPr>
          <p:cNvPr id="4" name="Content Placeholder 2">
            <a:extLst>
              <a:ext uri="{FF2B5EF4-FFF2-40B4-BE49-F238E27FC236}">
                <a16:creationId xmlns:a16="http://schemas.microsoft.com/office/drawing/2014/main" id="{6E86A2FE-B87A-A7AB-91FA-915B317BCD74}"/>
              </a:ext>
            </a:extLst>
          </p:cNvPr>
          <p:cNvSpPr txBox="1">
            <a:spLocks/>
          </p:cNvSpPr>
          <p:nvPr/>
        </p:nvSpPr>
        <p:spPr>
          <a:xfrm>
            <a:off x="4211784" y="1825625"/>
            <a:ext cx="337358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b="1" noProof="1"/>
              <a:t>Possible Implementations</a:t>
            </a:r>
          </a:p>
          <a:p>
            <a:r>
              <a:rPr lang="en-GB" b="1" noProof="1"/>
              <a:t>AI Suggestions</a:t>
            </a:r>
          </a:p>
          <a:p>
            <a:r>
              <a:rPr lang="en-GB" b="1" noProof="1"/>
              <a:t>Hotel/Flight Suggestions</a:t>
            </a:r>
          </a:p>
          <a:p>
            <a:r>
              <a:rPr lang="en-GB" b="1" noProof="1"/>
              <a:t>Nearby Activities</a:t>
            </a:r>
          </a:p>
          <a:p>
            <a:r>
              <a:rPr lang="en-GB" b="1" noProof="1"/>
              <a:t>Packing Lists</a:t>
            </a:r>
          </a:p>
        </p:txBody>
      </p:sp>
      <p:sp>
        <p:nvSpPr>
          <p:cNvPr id="5" name="Content Placeholder 2">
            <a:extLst>
              <a:ext uri="{FF2B5EF4-FFF2-40B4-BE49-F238E27FC236}">
                <a16:creationId xmlns:a16="http://schemas.microsoft.com/office/drawing/2014/main" id="{B14E9FC4-7785-D2F4-E0CC-53484AF9B5C3}"/>
              </a:ext>
            </a:extLst>
          </p:cNvPr>
          <p:cNvSpPr txBox="1">
            <a:spLocks/>
          </p:cNvSpPr>
          <p:nvPr/>
        </p:nvSpPr>
        <p:spPr>
          <a:xfrm>
            <a:off x="7980220" y="1690688"/>
            <a:ext cx="337358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b="1" noProof="1"/>
              <a:t>Future Features</a:t>
            </a:r>
          </a:p>
          <a:p>
            <a:r>
              <a:rPr lang="en-GB" b="1" noProof="1"/>
              <a:t>Group Travelling</a:t>
            </a:r>
          </a:p>
          <a:p>
            <a:r>
              <a:rPr lang="en-GB" b="1" noProof="1"/>
              <a:t>Shared Itineraries</a:t>
            </a:r>
          </a:p>
          <a:p>
            <a:r>
              <a:rPr lang="en-GB" b="1" noProof="1"/>
              <a:t>Real booking integration</a:t>
            </a:r>
          </a:p>
          <a:p>
            <a:r>
              <a:rPr lang="en-GB" b="1" noProof="1"/>
              <a:t>AI Travel Assistant</a:t>
            </a:r>
          </a:p>
        </p:txBody>
      </p:sp>
    </p:spTree>
    <p:extLst>
      <p:ext uri="{BB962C8B-B14F-4D97-AF65-F5344CB8AC3E}">
        <p14:creationId xmlns:p14="http://schemas.microsoft.com/office/powerpoint/2010/main" val="2703100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F18414D-1626-4996-AACB-23D3DE45B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endParaRPr>
          </a:p>
        </p:txBody>
      </p:sp>
      <p:sp>
        <p:nvSpPr>
          <p:cNvPr id="2" name="Title 1">
            <a:extLst>
              <a:ext uri="{FF2B5EF4-FFF2-40B4-BE49-F238E27FC236}">
                <a16:creationId xmlns:a16="http://schemas.microsoft.com/office/drawing/2014/main" id="{20D5548D-5A7A-8B5F-1F99-C9AF69F51E80}"/>
              </a:ext>
            </a:extLst>
          </p:cNvPr>
          <p:cNvSpPr>
            <a:spLocks noGrp="1"/>
          </p:cNvSpPr>
          <p:nvPr>
            <p:ph type="title"/>
          </p:nvPr>
        </p:nvSpPr>
        <p:spPr>
          <a:xfrm>
            <a:off x="2428875" y="707132"/>
            <a:ext cx="3667125" cy="2387600"/>
          </a:xfrm>
        </p:spPr>
        <p:txBody>
          <a:bodyPr vert="horz" lIns="91440" tIns="45720" rIns="91440" bIns="45720" rtlCol="0" anchor="b">
            <a:normAutofit/>
          </a:bodyPr>
          <a:lstStyle/>
          <a:p>
            <a:r>
              <a:rPr lang="en-GB" sz="3500" kern="1200" noProof="1">
                <a:solidFill>
                  <a:schemeClr val="bg1"/>
                </a:solidFill>
                <a:latin typeface="+mj-lt"/>
                <a:ea typeface="+mj-ea"/>
                <a:cs typeface="+mj-cs"/>
              </a:rPr>
              <a:t>User Flow</a:t>
            </a:r>
          </a:p>
        </p:txBody>
      </p:sp>
      <p:cxnSp>
        <p:nvCxnSpPr>
          <p:cNvPr id="12" name="Straight Connector 11">
            <a:extLst>
              <a:ext uri="{FF2B5EF4-FFF2-40B4-BE49-F238E27FC236}">
                <a16:creationId xmlns:a16="http://schemas.microsoft.com/office/drawing/2014/main" id="{07A9243D-8FC3-4B36-874B-55906B03F48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3209925"/>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Content Placeholder 4">
            <a:extLst>
              <a:ext uri="{FF2B5EF4-FFF2-40B4-BE49-F238E27FC236}">
                <a16:creationId xmlns:a16="http://schemas.microsoft.com/office/drawing/2014/main" id="{62BEEE1E-3DB8-6989-7283-DAFE9ADE16D7}"/>
              </a:ext>
            </a:extLst>
          </p:cNvPr>
          <p:cNvPicPr>
            <a:picLocks noGrp="1" noChangeAspect="1"/>
          </p:cNvPicPr>
          <p:nvPr>
            <p:ph idx="1"/>
          </p:nvPr>
        </p:nvPicPr>
        <p:blipFill>
          <a:blip r:embed="rId2"/>
          <a:stretch>
            <a:fillRect/>
          </a:stretch>
        </p:blipFill>
        <p:spPr>
          <a:xfrm>
            <a:off x="7904496" y="115193"/>
            <a:ext cx="2352801" cy="6627614"/>
          </a:xfrm>
          <a:prstGeom prst="rect">
            <a:avLst/>
          </a:prstGeom>
        </p:spPr>
      </p:pic>
      <p:sp>
        <p:nvSpPr>
          <p:cNvPr id="14" name="Rectangle 13">
            <a:extLst>
              <a:ext uri="{FF2B5EF4-FFF2-40B4-BE49-F238E27FC236}">
                <a16:creationId xmlns:a16="http://schemas.microsoft.com/office/drawing/2014/main" id="{D84C2E9E-0B5D-4B5F-9A1F-70EBDCE390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Tree>
    <p:extLst>
      <p:ext uri="{BB962C8B-B14F-4D97-AF65-F5344CB8AC3E}">
        <p14:creationId xmlns:p14="http://schemas.microsoft.com/office/powerpoint/2010/main" val="554347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9" name="Oval 8">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11" name="Oval 10">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accent3"/>
              </a:solidFill>
            </a:endParaRPr>
          </a:p>
        </p:txBody>
      </p:sp>
      <p:sp>
        <p:nvSpPr>
          <p:cNvPr id="13" name="Oval 12">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B3B2E919-7055-1121-91FA-E4BD6C2ED36F}"/>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GB" sz="5400" kern="1200" noProof="1">
                <a:solidFill>
                  <a:schemeClr val="bg1"/>
                </a:solidFill>
                <a:latin typeface="+mj-lt"/>
                <a:ea typeface="+mj-ea"/>
                <a:cs typeface="+mj-cs"/>
              </a:rPr>
              <a:t>Design Direction</a:t>
            </a:r>
          </a:p>
        </p:txBody>
      </p:sp>
      <p:sp>
        <p:nvSpPr>
          <p:cNvPr id="15"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solidFill>
                <a:schemeClr val="lt1"/>
              </a:solidFill>
            </a:endParaRPr>
          </a:p>
        </p:txBody>
      </p:sp>
      <p:sp>
        <p:nvSpPr>
          <p:cNvPr id="17"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solidFill>
                <a:schemeClr val="lt1"/>
              </a:solidFill>
            </a:endParaRPr>
          </a:p>
        </p:txBody>
      </p:sp>
      <p:grpSp>
        <p:nvGrpSpPr>
          <p:cNvPr id="19"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0" name="Freeform: Shape 19">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GB" noProof="1"/>
            </a:p>
          </p:txBody>
        </p:sp>
        <p:sp>
          <p:nvSpPr>
            <p:cNvPr id="21" name="Freeform: Shape 20">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GB" noProof="1"/>
            </a:p>
          </p:txBody>
        </p:sp>
      </p:grpSp>
      <p:sp>
        <p:nvSpPr>
          <p:cNvPr id="23" name="Oval 22">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p>
        </p:txBody>
      </p:sp>
      <p:sp>
        <p:nvSpPr>
          <p:cNvPr id="25" name="Oval 24">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p>
        </p:txBody>
      </p:sp>
      <p:grpSp>
        <p:nvGrpSpPr>
          <p:cNvPr id="27"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8" name="Freeform: Shape 27">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1"/>
            </a:p>
          </p:txBody>
        </p:sp>
        <p:sp>
          <p:nvSpPr>
            <p:cNvPr id="29" name="Freeform: Shape 28">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30" name="Freeform: Shape 29">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31" name="Freeform: Shape 30">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32" name="Freeform: Shape 31">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33" name="Freeform: Shape 32">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34" name="Freeform: Shape 33">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35" name="Freeform: Shape 34">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1"/>
            </a:p>
          </p:txBody>
        </p:sp>
        <p:sp>
          <p:nvSpPr>
            <p:cNvPr id="36" name="Freeform: Shape 35">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37" name="Freeform: Shape 36">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38" name="Freeform: Shape 37">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39" name="Freeform: Shape 38">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40" name="Freeform: Shape 39">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41" name="Freeform: Shape 40">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42" name="Freeform: Shape 41">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43" name="Freeform: Shape 42">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44" name="Freeform: Shape 43">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45" name="Freeform: Shape 44">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46" name="Freeform: Shape 45">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47" name="Freeform: Shape 46">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48" name="Freeform: Shape 47">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49" name="Freeform: Shape 48">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50" name="Freeform: Shape 49">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1" name="Freeform: Shape 50">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2" name="Freeform: Shape 51">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3" name="Freeform: Shape 52">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4" name="Freeform: Shape 53">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55" name="Freeform: Shape 54">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6" name="Freeform: Shape 55">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57" name="Freeform: Shape 56">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58" name="Freeform: Shape 57">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59" name="Freeform: Shape 58">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0" name="Freeform: Shape 59">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1" name="Freeform: Shape 60">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2" name="Freeform: Shape 61">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3" name="Freeform: Shape 62">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64" name="Freeform: Shape 63">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65" name="Freeform: Shape 64">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66" name="Freeform: Shape 65">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67" name="Freeform: Shape 66">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68" name="Freeform: Shape 67">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9" name="Freeform: Shape 68">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70" name="Freeform: Shape 69">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71" name="Freeform: Shape 70">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2" name="Freeform: Shape 71">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3" name="Freeform: Shape 72">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4" name="Freeform: Shape 73">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5" name="Freeform: Shape 74">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6" name="Freeform: Shape 75">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7" name="Freeform: Shape 76">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78" name="Freeform: Shape 77">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79" name="Freeform: Shape 78">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GB" noProof="1"/>
            </a:p>
          </p:txBody>
        </p:sp>
        <p:sp>
          <p:nvSpPr>
            <p:cNvPr id="80" name="Freeform: Shape 79">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81" name="Freeform: Shape 80">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GB" noProof="1"/>
            </a:p>
          </p:txBody>
        </p:sp>
        <p:sp>
          <p:nvSpPr>
            <p:cNvPr id="82" name="Freeform: Shape 81">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83" name="Freeform: Shape 82">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84" name="Freeform: Shape 83">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85" name="Freeform: Shape 84">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1"/>
            </a:p>
          </p:txBody>
        </p:sp>
        <p:sp>
          <p:nvSpPr>
            <p:cNvPr id="86" name="Freeform: Shape 85">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87" name="Freeform: Shape 86">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1"/>
            </a:p>
          </p:txBody>
        </p:sp>
        <p:sp>
          <p:nvSpPr>
            <p:cNvPr id="88" name="Freeform: Shape 87">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89" name="Freeform: Shape 88">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90" name="Freeform: Shape 89">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91" name="Freeform: Shape 90">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92" name="Freeform: Shape 91">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93" name="Freeform: Shape 92">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94" name="Freeform: Shape 93">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95" name="Freeform: Shape 94">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96" name="Freeform: Shape 95">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97" name="Freeform: Shape 96">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1"/>
            </a:p>
          </p:txBody>
        </p:sp>
        <p:sp>
          <p:nvSpPr>
            <p:cNvPr id="98" name="Freeform: Shape 97">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99" name="Freeform: Shape 98">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1"/>
            </a:p>
          </p:txBody>
        </p:sp>
        <p:sp>
          <p:nvSpPr>
            <p:cNvPr id="100" name="Freeform: Shape 99">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1" name="Freeform: Shape 100">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2" name="Freeform: Shape 101">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3" name="Freeform: Shape 102">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04" name="Freeform: Shape 103">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5" name="Freeform: Shape 104">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06" name="Freeform: Shape 105">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7" name="Freeform: Shape 106">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08" name="Freeform: Shape 107">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09" name="Freeform: Shape 108">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1"/>
            </a:p>
          </p:txBody>
        </p:sp>
        <p:sp>
          <p:nvSpPr>
            <p:cNvPr id="110" name="Freeform: Shape 109">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11" name="Freeform: Shape 110">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1"/>
            </a:p>
          </p:txBody>
        </p:sp>
        <p:sp>
          <p:nvSpPr>
            <p:cNvPr id="112" name="Freeform: Shape 111">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3" name="Freeform: Shape 112">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4" name="Freeform: Shape 113">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5" name="Freeform: Shape 114">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16" name="Freeform: Shape 115">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7" name="Freeform: Shape 116">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18" name="Freeform: Shape 117">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9" name="Freeform: Shape 118">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1"/>
            </a:p>
          </p:txBody>
        </p:sp>
        <p:sp>
          <p:nvSpPr>
            <p:cNvPr id="120" name="Freeform: Shape 119">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121" name="Freeform: Shape 120">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22" name="Freeform: Shape 121">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23" name="Freeform: Shape 122">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24" name="Freeform: Shape 123">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125" name="Freeform: Shape 124">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26" name="Freeform: Shape 125">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27" name="Freeform: Shape 126">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28" name="Freeform: Shape 127">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29" name="Freeform: Shape 128">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0" name="Freeform: Shape 129">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1" name="Freeform: Shape 130">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32" name="Freeform: Shape 131">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3" name="Freeform: Shape 132">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34" name="Freeform: Shape 133">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5" name="Freeform: Shape 134">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6" name="Freeform: Shape 135">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7" name="Freeform: Shape 136">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8" name="Freeform: Shape 137">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9" name="Freeform: Shape 138">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0" name="Freeform: Shape 139">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41" name="Freeform: Shape 140">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2" name="Freeform: Shape 141">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3" name="Freeform: Shape 142">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4" name="Freeform: Shape 143">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5" name="Freeform: Shape 144">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6" name="Freeform: Shape 145">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7" name="Freeform: Shape 146">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48" name="Freeform: Shape 147">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9" name="Freeform: Shape 148">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0" name="Freeform: Shape 149">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1" name="Freeform: Shape 150">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2" name="Freeform: Shape 151">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3" name="Freeform: Shape 152">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4" name="Freeform: Shape 153">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55" name="Freeform: Shape 154">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56" name="Freeform: Shape 155">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57" name="Freeform: Shape 156">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58" name="Freeform: Shape 157">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59" name="Freeform: Shape 158">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60" name="Freeform: Shape 159">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61" name="Freeform: Shape 160">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62" name="Freeform: Shape 161">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63" name="Freeform: Shape 162">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GB" noProof="1"/>
            </a:p>
          </p:txBody>
        </p:sp>
        <p:sp>
          <p:nvSpPr>
            <p:cNvPr id="164" name="Freeform: Shape 163">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65" name="Freeform: Shape 164">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GB" noProof="1"/>
            </a:p>
          </p:txBody>
        </p:sp>
        <p:sp>
          <p:nvSpPr>
            <p:cNvPr id="166" name="Freeform: Shape 165">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167" name="Freeform: Shape 166">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68" name="Freeform: Shape 167">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69" name="Freeform: Shape 168">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70" name="Freeform: Shape 169">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1" name="Freeform: Shape 170">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72" name="Freeform: Shape 171">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73" name="Freeform: Shape 172">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4" name="Freeform: Shape 173">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5" name="Freeform: Shape 174">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76" name="Freeform: Shape 175">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7" name="Freeform: Shape 176">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78" name="Freeform: Shape 177">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9" name="Freeform: Shape 178">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0" name="Freeform: Shape 179">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1" name="Freeform: Shape 180">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82" name="Freeform: Shape 181">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3" name="Freeform: Shape 182">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84" name="Freeform: Shape 183">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5" name="Freeform: Shape 184">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6" name="Freeform: Shape 185">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7" name="Freeform: Shape 186">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88" name="Freeform: Shape 187">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9" name="Freeform: Shape 188">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90" name="Freeform: Shape 189">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91" name="Freeform: Shape 190">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92" name="Freeform: Shape 191">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93" name="Freeform: Shape 192">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1"/>
            </a:p>
          </p:txBody>
        </p:sp>
        <p:sp>
          <p:nvSpPr>
            <p:cNvPr id="194" name="Freeform: Shape 193">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95" name="Freeform: Shape 194">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1"/>
            </a:p>
          </p:txBody>
        </p:sp>
        <p:sp>
          <p:nvSpPr>
            <p:cNvPr id="196" name="Freeform: Shape 195">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grpSp>
    </p:spTree>
    <p:extLst>
      <p:ext uri="{BB962C8B-B14F-4D97-AF65-F5344CB8AC3E}">
        <p14:creationId xmlns:p14="http://schemas.microsoft.com/office/powerpoint/2010/main" val="3407408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1D45AC-B389-CD79-3824-5C4485A19F08}"/>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3ED9BE8-F10F-3B75-05E2-F9D9F6251B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C2344FA4-B93E-CB82-4F03-9F94F707EAD7}"/>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noProof="1">
                <a:solidFill>
                  <a:schemeClr val="bg1"/>
                </a:solidFill>
              </a:rPr>
              <a:t>Moodboard + Visual Keywords</a:t>
            </a:r>
            <a:endParaRPr lang="en-GB" sz="3200" kern="1200" noProof="1">
              <a:solidFill>
                <a:schemeClr val="bg1"/>
              </a:solidFill>
              <a:latin typeface="+mj-lt"/>
              <a:ea typeface="+mj-ea"/>
              <a:cs typeface="+mj-cs"/>
            </a:endParaRPr>
          </a:p>
        </p:txBody>
      </p:sp>
      <p:pic>
        <p:nvPicPr>
          <p:cNvPr id="6" name="Picture 5">
            <a:extLst>
              <a:ext uri="{FF2B5EF4-FFF2-40B4-BE49-F238E27FC236}">
                <a16:creationId xmlns:a16="http://schemas.microsoft.com/office/drawing/2014/main" id="{31EF8493-6A03-D709-8A25-D76DBEB452CC}"/>
              </a:ext>
            </a:extLst>
          </p:cNvPr>
          <p:cNvPicPr>
            <a:picLocks noChangeAspect="1"/>
          </p:cNvPicPr>
          <p:nvPr/>
        </p:nvPicPr>
        <p:blipFill>
          <a:blip r:embed="rId2"/>
          <a:stretch>
            <a:fillRect/>
          </a:stretch>
        </p:blipFill>
        <p:spPr>
          <a:xfrm>
            <a:off x="424543" y="1542688"/>
            <a:ext cx="5395846" cy="3016864"/>
          </a:xfrm>
          <a:prstGeom prst="rect">
            <a:avLst/>
          </a:prstGeom>
        </p:spPr>
      </p:pic>
      <p:pic>
        <p:nvPicPr>
          <p:cNvPr id="7" name="Content Placeholder 4">
            <a:extLst>
              <a:ext uri="{FF2B5EF4-FFF2-40B4-BE49-F238E27FC236}">
                <a16:creationId xmlns:a16="http://schemas.microsoft.com/office/drawing/2014/main" id="{1D691FE5-E7E6-A79F-A56F-FB9922EA96EE}"/>
              </a:ext>
            </a:extLst>
          </p:cNvPr>
          <p:cNvPicPr>
            <a:picLocks noGrp="1" noChangeAspect="1"/>
          </p:cNvPicPr>
          <p:nvPr>
            <p:ph idx="1"/>
          </p:nvPr>
        </p:nvPicPr>
        <p:blipFill>
          <a:blip r:embed="rId3"/>
          <a:stretch>
            <a:fillRect/>
          </a:stretch>
        </p:blipFill>
        <p:spPr>
          <a:xfrm>
            <a:off x="6371611" y="3428999"/>
            <a:ext cx="5395846" cy="3008119"/>
          </a:xfrm>
          <a:prstGeom prst="rect">
            <a:avLst/>
          </a:prstGeom>
        </p:spPr>
      </p:pic>
    </p:spTree>
    <p:extLst>
      <p:ext uri="{BB962C8B-B14F-4D97-AF65-F5344CB8AC3E}">
        <p14:creationId xmlns:p14="http://schemas.microsoft.com/office/powerpoint/2010/main" val="3392859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44F4A8-4C45-A5AA-EDC5-AFEC8B781666}"/>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B4299C62-79FB-9ABA-5264-29A304F13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06D21490-5C13-ED2D-1EE1-A82EBBA87922}"/>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noProof="1">
                <a:solidFill>
                  <a:schemeClr val="bg1"/>
                </a:solidFill>
              </a:rPr>
              <a:t>Colour Palette + Typography</a:t>
            </a:r>
            <a:endParaRPr lang="en-GB" sz="3200" kern="1200" noProof="1">
              <a:solidFill>
                <a:schemeClr val="bg1"/>
              </a:solidFill>
              <a:latin typeface="+mj-lt"/>
              <a:ea typeface="+mj-ea"/>
              <a:cs typeface="+mj-cs"/>
            </a:endParaRPr>
          </a:p>
        </p:txBody>
      </p:sp>
      <p:pic>
        <p:nvPicPr>
          <p:cNvPr id="7" name="Picture 6">
            <a:extLst>
              <a:ext uri="{FF2B5EF4-FFF2-40B4-BE49-F238E27FC236}">
                <a16:creationId xmlns:a16="http://schemas.microsoft.com/office/drawing/2014/main" id="{9A04BA22-9B13-A3D7-4B98-B6BA55FB4766}"/>
              </a:ext>
            </a:extLst>
          </p:cNvPr>
          <p:cNvPicPr>
            <a:picLocks noChangeAspect="1"/>
          </p:cNvPicPr>
          <p:nvPr/>
        </p:nvPicPr>
        <p:blipFill>
          <a:blip r:embed="rId2"/>
          <a:stretch>
            <a:fillRect/>
          </a:stretch>
        </p:blipFill>
        <p:spPr>
          <a:xfrm>
            <a:off x="786892" y="4087433"/>
            <a:ext cx="5161242" cy="2127100"/>
          </a:xfrm>
          <a:prstGeom prst="rect">
            <a:avLst/>
          </a:prstGeom>
        </p:spPr>
      </p:pic>
      <p:pic>
        <p:nvPicPr>
          <p:cNvPr id="13" name="Picture 12">
            <a:extLst>
              <a:ext uri="{FF2B5EF4-FFF2-40B4-BE49-F238E27FC236}">
                <a16:creationId xmlns:a16="http://schemas.microsoft.com/office/drawing/2014/main" id="{F78C7641-F54D-121D-E94D-06BAABA574AB}"/>
              </a:ext>
            </a:extLst>
          </p:cNvPr>
          <p:cNvPicPr>
            <a:picLocks noChangeAspect="1"/>
          </p:cNvPicPr>
          <p:nvPr/>
        </p:nvPicPr>
        <p:blipFill>
          <a:blip r:embed="rId3"/>
          <a:stretch>
            <a:fillRect/>
          </a:stretch>
        </p:blipFill>
        <p:spPr>
          <a:xfrm>
            <a:off x="2285916" y="1595594"/>
            <a:ext cx="2166816" cy="2491839"/>
          </a:xfrm>
          <a:prstGeom prst="rect">
            <a:avLst/>
          </a:prstGeom>
        </p:spPr>
      </p:pic>
      <p:sp>
        <p:nvSpPr>
          <p:cNvPr id="17" name="TextBox 16">
            <a:extLst>
              <a:ext uri="{FF2B5EF4-FFF2-40B4-BE49-F238E27FC236}">
                <a16:creationId xmlns:a16="http://schemas.microsoft.com/office/drawing/2014/main" id="{B52C45C7-12C1-1F9B-3D7B-9E5A3C98004C}"/>
              </a:ext>
            </a:extLst>
          </p:cNvPr>
          <p:cNvSpPr txBox="1"/>
          <p:nvPr/>
        </p:nvSpPr>
        <p:spPr>
          <a:xfrm>
            <a:off x="7131044" y="2656272"/>
            <a:ext cx="4040538" cy="2862322"/>
          </a:xfrm>
          <a:prstGeom prst="rect">
            <a:avLst/>
          </a:prstGeom>
          <a:noFill/>
        </p:spPr>
        <p:txBody>
          <a:bodyPr wrap="square">
            <a:spAutoFit/>
          </a:bodyPr>
          <a:lstStyle/>
          <a:p>
            <a:pPr>
              <a:buNone/>
            </a:pPr>
            <a:r>
              <a:rPr lang="en-GB" noProof="1"/>
              <a:t>Outfit was chosen due to its high readability and its geometric appearance, for a more modern interface.</a:t>
            </a:r>
          </a:p>
          <a:p>
            <a:endParaRPr lang="en-GB" noProof="1"/>
          </a:p>
          <a:p>
            <a:r>
              <a:rPr lang="en-GB" noProof="1"/>
              <a:t>The neutral palette prevents visual overload and allows destination imagery to become the primary source of colour and inspiration. </a:t>
            </a:r>
          </a:p>
          <a:p>
            <a:endParaRPr lang="en-GB" noProof="1"/>
          </a:p>
        </p:txBody>
      </p:sp>
    </p:spTree>
    <p:extLst>
      <p:ext uri="{BB962C8B-B14F-4D97-AF65-F5344CB8AC3E}">
        <p14:creationId xmlns:p14="http://schemas.microsoft.com/office/powerpoint/2010/main" val="483374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88D96303-FFC5-0D46-0296-FCF152BD0CB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1">
                <a:solidFill>
                  <a:schemeClr val="bg1"/>
                </a:solidFill>
                <a:latin typeface="+mj-lt"/>
                <a:ea typeface="+mj-ea"/>
                <a:cs typeface="+mj-cs"/>
              </a:rPr>
              <a:t>App Flow</a:t>
            </a:r>
          </a:p>
        </p:txBody>
      </p:sp>
      <p:pic>
        <p:nvPicPr>
          <p:cNvPr id="3" name="Content Placeholder 2">
            <a:extLst>
              <a:ext uri="{FF2B5EF4-FFF2-40B4-BE49-F238E27FC236}">
                <a16:creationId xmlns:a16="http://schemas.microsoft.com/office/drawing/2014/main" id="{83E64600-2C37-8626-6ECD-DCD53C7B0F1E}"/>
              </a:ext>
            </a:extLst>
          </p:cNvPr>
          <p:cNvPicPr>
            <a:picLocks noGrp="1" noChangeAspect="1"/>
          </p:cNvPicPr>
          <p:nvPr>
            <p:ph idx="1"/>
          </p:nvPr>
        </p:nvPicPr>
        <p:blipFill>
          <a:blip r:embed="rId2"/>
          <a:stretch>
            <a:fillRect/>
          </a:stretch>
        </p:blipFill>
        <p:spPr>
          <a:xfrm>
            <a:off x="2340273" y="1675227"/>
            <a:ext cx="7511454" cy="4394199"/>
          </a:xfrm>
          <a:prstGeom prst="rect">
            <a:avLst/>
          </a:prstGeom>
        </p:spPr>
      </p:pic>
    </p:spTree>
    <p:extLst>
      <p:ext uri="{BB962C8B-B14F-4D97-AF65-F5344CB8AC3E}">
        <p14:creationId xmlns:p14="http://schemas.microsoft.com/office/powerpoint/2010/main" val="2586389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88ECCA-8D8F-1C64-76CE-BAF995F4728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07307A4-FBC9-39A4-AFD1-3E3A6BA69E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9" name="Oval 8">
            <a:extLst>
              <a:ext uri="{FF2B5EF4-FFF2-40B4-BE49-F238E27FC236}">
                <a16:creationId xmlns:a16="http://schemas.microsoft.com/office/drawing/2014/main" id="{708C2430-0B4D-40F4-CEB5-0843CFE679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11" name="Oval 10">
            <a:extLst>
              <a:ext uri="{FF2B5EF4-FFF2-40B4-BE49-F238E27FC236}">
                <a16:creationId xmlns:a16="http://schemas.microsoft.com/office/drawing/2014/main" id="{17853608-80DF-8A0A-9BD1-EB5342F57F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accent3"/>
              </a:solidFill>
            </a:endParaRPr>
          </a:p>
        </p:txBody>
      </p:sp>
      <p:sp>
        <p:nvSpPr>
          <p:cNvPr id="13" name="Oval 12">
            <a:extLst>
              <a:ext uri="{FF2B5EF4-FFF2-40B4-BE49-F238E27FC236}">
                <a16:creationId xmlns:a16="http://schemas.microsoft.com/office/drawing/2014/main" id="{ED9F932C-48D5-2A7B-79C9-1AE6F10D2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8E18CC54-CD4A-568B-63BC-DD3D43DB7207}"/>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GB" sz="5400" kern="1200" noProof="1">
                <a:solidFill>
                  <a:schemeClr val="bg1"/>
                </a:solidFill>
                <a:latin typeface="+mj-lt"/>
                <a:ea typeface="+mj-ea"/>
                <a:cs typeface="+mj-cs"/>
              </a:rPr>
              <a:t>Code Development</a:t>
            </a:r>
          </a:p>
        </p:txBody>
      </p:sp>
      <p:sp>
        <p:nvSpPr>
          <p:cNvPr id="15" name="Graphic 212">
            <a:extLst>
              <a:ext uri="{FF2B5EF4-FFF2-40B4-BE49-F238E27FC236}">
                <a16:creationId xmlns:a16="http://schemas.microsoft.com/office/drawing/2014/main" id="{7627DDF3-ACE9-EB76-7BD4-0E27BFEC94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solidFill>
                <a:schemeClr val="lt1"/>
              </a:solidFill>
            </a:endParaRPr>
          </a:p>
        </p:txBody>
      </p:sp>
      <p:sp>
        <p:nvSpPr>
          <p:cNvPr id="17" name="Graphic 212">
            <a:extLst>
              <a:ext uri="{FF2B5EF4-FFF2-40B4-BE49-F238E27FC236}">
                <a16:creationId xmlns:a16="http://schemas.microsoft.com/office/drawing/2014/main" id="{8E4069B6-FC33-A595-3AA0-4207067F2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solidFill>
                <a:schemeClr val="lt1"/>
              </a:solidFill>
            </a:endParaRPr>
          </a:p>
        </p:txBody>
      </p:sp>
      <p:grpSp>
        <p:nvGrpSpPr>
          <p:cNvPr id="19" name="Graphic 190">
            <a:extLst>
              <a:ext uri="{FF2B5EF4-FFF2-40B4-BE49-F238E27FC236}">
                <a16:creationId xmlns:a16="http://schemas.microsoft.com/office/drawing/2014/main" id="{B1B126D3-B9ED-FF0B-AF97-8FF2C41AF1D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0" name="Freeform: Shape 19">
              <a:extLst>
                <a:ext uri="{FF2B5EF4-FFF2-40B4-BE49-F238E27FC236}">
                  <a16:creationId xmlns:a16="http://schemas.microsoft.com/office/drawing/2014/main" id="{0203DFB3-3F82-6B8D-B777-AF081A780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GB" noProof="1"/>
            </a:p>
          </p:txBody>
        </p:sp>
        <p:sp>
          <p:nvSpPr>
            <p:cNvPr id="21" name="Freeform: Shape 20">
              <a:extLst>
                <a:ext uri="{FF2B5EF4-FFF2-40B4-BE49-F238E27FC236}">
                  <a16:creationId xmlns:a16="http://schemas.microsoft.com/office/drawing/2014/main" id="{53F2682C-9026-A8C0-571B-7A51F5176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GB" noProof="1"/>
            </a:p>
          </p:txBody>
        </p:sp>
      </p:grpSp>
      <p:sp>
        <p:nvSpPr>
          <p:cNvPr id="23" name="Oval 22">
            <a:extLst>
              <a:ext uri="{FF2B5EF4-FFF2-40B4-BE49-F238E27FC236}">
                <a16:creationId xmlns:a16="http://schemas.microsoft.com/office/drawing/2014/main" id="{E3EE447B-D1FC-3F6F-263B-F2A7ED539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p>
        </p:txBody>
      </p:sp>
      <p:sp>
        <p:nvSpPr>
          <p:cNvPr id="25" name="Oval 24">
            <a:extLst>
              <a:ext uri="{FF2B5EF4-FFF2-40B4-BE49-F238E27FC236}">
                <a16:creationId xmlns:a16="http://schemas.microsoft.com/office/drawing/2014/main" id="{892FF9C3-AAEA-69B4-3CD2-1A3346AEA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p>
        </p:txBody>
      </p:sp>
      <p:grpSp>
        <p:nvGrpSpPr>
          <p:cNvPr id="27" name="Graphic 4">
            <a:extLst>
              <a:ext uri="{FF2B5EF4-FFF2-40B4-BE49-F238E27FC236}">
                <a16:creationId xmlns:a16="http://schemas.microsoft.com/office/drawing/2014/main" id="{90D5B78B-16C7-BF6B-9086-CEFA185221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8" name="Freeform: Shape 27">
              <a:extLst>
                <a:ext uri="{FF2B5EF4-FFF2-40B4-BE49-F238E27FC236}">
                  <a16:creationId xmlns:a16="http://schemas.microsoft.com/office/drawing/2014/main" id="{631A314B-0C11-ECA4-9AE6-93E2707353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1"/>
            </a:p>
          </p:txBody>
        </p:sp>
        <p:sp>
          <p:nvSpPr>
            <p:cNvPr id="29" name="Freeform: Shape 28">
              <a:extLst>
                <a:ext uri="{FF2B5EF4-FFF2-40B4-BE49-F238E27FC236}">
                  <a16:creationId xmlns:a16="http://schemas.microsoft.com/office/drawing/2014/main" id="{349E6439-B2A5-0107-E2D1-D63A0136EE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30" name="Freeform: Shape 29">
              <a:extLst>
                <a:ext uri="{FF2B5EF4-FFF2-40B4-BE49-F238E27FC236}">
                  <a16:creationId xmlns:a16="http://schemas.microsoft.com/office/drawing/2014/main" id="{72C0269F-8B98-8C95-0EB1-DDBF8A427A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31" name="Freeform: Shape 30">
              <a:extLst>
                <a:ext uri="{FF2B5EF4-FFF2-40B4-BE49-F238E27FC236}">
                  <a16:creationId xmlns:a16="http://schemas.microsoft.com/office/drawing/2014/main" id="{AAA15E46-50E6-4F14-D031-2FA910BD0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32" name="Freeform: Shape 31">
              <a:extLst>
                <a:ext uri="{FF2B5EF4-FFF2-40B4-BE49-F238E27FC236}">
                  <a16:creationId xmlns:a16="http://schemas.microsoft.com/office/drawing/2014/main" id="{433A66B2-025F-DB1D-3FC9-92A538FFB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33" name="Freeform: Shape 32">
              <a:extLst>
                <a:ext uri="{FF2B5EF4-FFF2-40B4-BE49-F238E27FC236}">
                  <a16:creationId xmlns:a16="http://schemas.microsoft.com/office/drawing/2014/main" id="{62FF3E45-9E6A-EF54-BCA1-0CE1A0106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34" name="Freeform: Shape 33">
              <a:extLst>
                <a:ext uri="{FF2B5EF4-FFF2-40B4-BE49-F238E27FC236}">
                  <a16:creationId xmlns:a16="http://schemas.microsoft.com/office/drawing/2014/main" id="{6C06E707-8D0D-63C9-2B95-0C927185A3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35" name="Freeform: Shape 34">
              <a:extLst>
                <a:ext uri="{FF2B5EF4-FFF2-40B4-BE49-F238E27FC236}">
                  <a16:creationId xmlns:a16="http://schemas.microsoft.com/office/drawing/2014/main" id="{56D6BD42-9307-9E11-5FEA-666F0CD134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1"/>
            </a:p>
          </p:txBody>
        </p:sp>
        <p:sp>
          <p:nvSpPr>
            <p:cNvPr id="36" name="Freeform: Shape 35">
              <a:extLst>
                <a:ext uri="{FF2B5EF4-FFF2-40B4-BE49-F238E27FC236}">
                  <a16:creationId xmlns:a16="http://schemas.microsoft.com/office/drawing/2014/main" id="{56149C66-B449-1063-C756-9B5826BD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37" name="Freeform: Shape 36">
              <a:extLst>
                <a:ext uri="{FF2B5EF4-FFF2-40B4-BE49-F238E27FC236}">
                  <a16:creationId xmlns:a16="http://schemas.microsoft.com/office/drawing/2014/main" id="{D5684517-AC8B-C3D7-B469-4E363BA886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38" name="Freeform: Shape 37">
              <a:extLst>
                <a:ext uri="{FF2B5EF4-FFF2-40B4-BE49-F238E27FC236}">
                  <a16:creationId xmlns:a16="http://schemas.microsoft.com/office/drawing/2014/main" id="{2C2DF289-4AD7-2011-8B73-8EF60D848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39" name="Freeform: Shape 38">
              <a:extLst>
                <a:ext uri="{FF2B5EF4-FFF2-40B4-BE49-F238E27FC236}">
                  <a16:creationId xmlns:a16="http://schemas.microsoft.com/office/drawing/2014/main" id="{0176AFAE-CBFB-E9FF-5AA6-C4BEDDC54E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40" name="Freeform: Shape 39">
              <a:extLst>
                <a:ext uri="{FF2B5EF4-FFF2-40B4-BE49-F238E27FC236}">
                  <a16:creationId xmlns:a16="http://schemas.microsoft.com/office/drawing/2014/main" id="{9D5BD55D-23AB-E41F-D959-EFC4020C05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41" name="Freeform: Shape 40">
              <a:extLst>
                <a:ext uri="{FF2B5EF4-FFF2-40B4-BE49-F238E27FC236}">
                  <a16:creationId xmlns:a16="http://schemas.microsoft.com/office/drawing/2014/main" id="{C89705F5-A0DD-7983-AAAC-2215BC46BE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42" name="Freeform: Shape 41">
              <a:extLst>
                <a:ext uri="{FF2B5EF4-FFF2-40B4-BE49-F238E27FC236}">
                  <a16:creationId xmlns:a16="http://schemas.microsoft.com/office/drawing/2014/main" id="{B3A1E2DE-E31F-8F25-CA83-FBB6A091A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43" name="Freeform: Shape 42">
              <a:extLst>
                <a:ext uri="{FF2B5EF4-FFF2-40B4-BE49-F238E27FC236}">
                  <a16:creationId xmlns:a16="http://schemas.microsoft.com/office/drawing/2014/main" id="{DF02845F-3329-E7E1-BEFA-D6050713CA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44" name="Freeform: Shape 43">
              <a:extLst>
                <a:ext uri="{FF2B5EF4-FFF2-40B4-BE49-F238E27FC236}">
                  <a16:creationId xmlns:a16="http://schemas.microsoft.com/office/drawing/2014/main" id="{F4FF958F-9854-F72C-D496-CAAE302DB5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45" name="Freeform: Shape 44">
              <a:extLst>
                <a:ext uri="{FF2B5EF4-FFF2-40B4-BE49-F238E27FC236}">
                  <a16:creationId xmlns:a16="http://schemas.microsoft.com/office/drawing/2014/main" id="{E3530D67-3CB7-FA80-7751-515FBBBCED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46" name="Freeform: Shape 45">
              <a:extLst>
                <a:ext uri="{FF2B5EF4-FFF2-40B4-BE49-F238E27FC236}">
                  <a16:creationId xmlns:a16="http://schemas.microsoft.com/office/drawing/2014/main" id="{97460C35-66DF-289B-C021-1A76538C34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47" name="Freeform: Shape 46">
              <a:extLst>
                <a:ext uri="{FF2B5EF4-FFF2-40B4-BE49-F238E27FC236}">
                  <a16:creationId xmlns:a16="http://schemas.microsoft.com/office/drawing/2014/main" id="{F8870A3C-15EA-967B-7D35-F553D9057D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48" name="Freeform: Shape 47">
              <a:extLst>
                <a:ext uri="{FF2B5EF4-FFF2-40B4-BE49-F238E27FC236}">
                  <a16:creationId xmlns:a16="http://schemas.microsoft.com/office/drawing/2014/main" id="{3675B91A-B9CD-3F6C-F4CA-EEA46849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49" name="Freeform: Shape 48">
              <a:extLst>
                <a:ext uri="{FF2B5EF4-FFF2-40B4-BE49-F238E27FC236}">
                  <a16:creationId xmlns:a16="http://schemas.microsoft.com/office/drawing/2014/main" id="{45918E66-5E47-67AC-54C3-1861975C4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50" name="Freeform: Shape 49">
              <a:extLst>
                <a:ext uri="{FF2B5EF4-FFF2-40B4-BE49-F238E27FC236}">
                  <a16:creationId xmlns:a16="http://schemas.microsoft.com/office/drawing/2014/main" id="{BD440572-7573-88A4-6AA3-A72F48705C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1" name="Freeform: Shape 50">
              <a:extLst>
                <a:ext uri="{FF2B5EF4-FFF2-40B4-BE49-F238E27FC236}">
                  <a16:creationId xmlns:a16="http://schemas.microsoft.com/office/drawing/2014/main" id="{FA704D88-66E7-1A6F-82DA-D52DDD5778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2" name="Freeform: Shape 51">
              <a:extLst>
                <a:ext uri="{FF2B5EF4-FFF2-40B4-BE49-F238E27FC236}">
                  <a16:creationId xmlns:a16="http://schemas.microsoft.com/office/drawing/2014/main" id="{D9B90638-785A-534C-C600-5E74E4642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3" name="Freeform: Shape 52">
              <a:extLst>
                <a:ext uri="{FF2B5EF4-FFF2-40B4-BE49-F238E27FC236}">
                  <a16:creationId xmlns:a16="http://schemas.microsoft.com/office/drawing/2014/main" id="{F3FDE794-EB43-13BB-4437-5CDD225E3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4" name="Freeform: Shape 53">
              <a:extLst>
                <a:ext uri="{FF2B5EF4-FFF2-40B4-BE49-F238E27FC236}">
                  <a16:creationId xmlns:a16="http://schemas.microsoft.com/office/drawing/2014/main" id="{45B5C0D6-1D83-99D4-3441-86643050E9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55" name="Freeform: Shape 54">
              <a:extLst>
                <a:ext uri="{FF2B5EF4-FFF2-40B4-BE49-F238E27FC236}">
                  <a16:creationId xmlns:a16="http://schemas.microsoft.com/office/drawing/2014/main" id="{A1602393-A7F3-A5DA-FDCA-EB11659F3F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6" name="Freeform: Shape 55">
              <a:extLst>
                <a:ext uri="{FF2B5EF4-FFF2-40B4-BE49-F238E27FC236}">
                  <a16:creationId xmlns:a16="http://schemas.microsoft.com/office/drawing/2014/main" id="{D121AC94-7586-61DD-B253-73103519A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57" name="Freeform: Shape 56">
              <a:extLst>
                <a:ext uri="{FF2B5EF4-FFF2-40B4-BE49-F238E27FC236}">
                  <a16:creationId xmlns:a16="http://schemas.microsoft.com/office/drawing/2014/main" id="{CDD931E6-5342-459E-2634-3AAEF22CAA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58" name="Freeform: Shape 57">
              <a:extLst>
                <a:ext uri="{FF2B5EF4-FFF2-40B4-BE49-F238E27FC236}">
                  <a16:creationId xmlns:a16="http://schemas.microsoft.com/office/drawing/2014/main" id="{DFD3ED55-1C52-E0FC-5EE0-517C710F66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59" name="Freeform: Shape 58">
              <a:extLst>
                <a:ext uri="{FF2B5EF4-FFF2-40B4-BE49-F238E27FC236}">
                  <a16:creationId xmlns:a16="http://schemas.microsoft.com/office/drawing/2014/main" id="{C4242EAD-5C2F-60BF-AC23-D454C02F3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0" name="Freeform: Shape 59">
              <a:extLst>
                <a:ext uri="{FF2B5EF4-FFF2-40B4-BE49-F238E27FC236}">
                  <a16:creationId xmlns:a16="http://schemas.microsoft.com/office/drawing/2014/main" id="{6D68E391-F437-7ECA-A643-9662A0510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1" name="Freeform: Shape 60">
              <a:extLst>
                <a:ext uri="{FF2B5EF4-FFF2-40B4-BE49-F238E27FC236}">
                  <a16:creationId xmlns:a16="http://schemas.microsoft.com/office/drawing/2014/main" id="{96978415-6319-FC59-3407-ABCFAD77BF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2" name="Freeform: Shape 61">
              <a:extLst>
                <a:ext uri="{FF2B5EF4-FFF2-40B4-BE49-F238E27FC236}">
                  <a16:creationId xmlns:a16="http://schemas.microsoft.com/office/drawing/2014/main" id="{1A1C4423-38DB-1557-9CFE-A522C29F2F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3" name="Freeform: Shape 62">
              <a:extLst>
                <a:ext uri="{FF2B5EF4-FFF2-40B4-BE49-F238E27FC236}">
                  <a16:creationId xmlns:a16="http://schemas.microsoft.com/office/drawing/2014/main" id="{C2E6E5F8-3F12-557F-7115-F5093E52C3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64" name="Freeform: Shape 63">
              <a:extLst>
                <a:ext uri="{FF2B5EF4-FFF2-40B4-BE49-F238E27FC236}">
                  <a16:creationId xmlns:a16="http://schemas.microsoft.com/office/drawing/2014/main" id="{82C97032-A648-48E7-47D7-D6B3C5C4AD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65" name="Freeform: Shape 64">
              <a:extLst>
                <a:ext uri="{FF2B5EF4-FFF2-40B4-BE49-F238E27FC236}">
                  <a16:creationId xmlns:a16="http://schemas.microsoft.com/office/drawing/2014/main" id="{F2455A61-69A3-387A-6ABC-61736944B0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66" name="Freeform: Shape 65">
              <a:extLst>
                <a:ext uri="{FF2B5EF4-FFF2-40B4-BE49-F238E27FC236}">
                  <a16:creationId xmlns:a16="http://schemas.microsoft.com/office/drawing/2014/main" id="{59763DF4-3C71-E211-C318-582497D7E8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67" name="Freeform: Shape 66">
              <a:extLst>
                <a:ext uri="{FF2B5EF4-FFF2-40B4-BE49-F238E27FC236}">
                  <a16:creationId xmlns:a16="http://schemas.microsoft.com/office/drawing/2014/main" id="{F0D656B4-18EC-A67F-CC0C-3B3214A436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68" name="Freeform: Shape 67">
              <a:extLst>
                <a:ext uri="{FF2B5EF4-FFF2-40B4-BE49-F238E27FC236}">
                  <a16:creationId xmlns:a16="http://schemas.microsoft.com/office/drawing/2014/main" id="{CD9C5AD3-A515-93E4-4CDB-EC7148785D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9" name="Freeform: Shape 68">
              <a:extLst>
                <a:ext uri="{FF2B5EF4-FFF2-40B4-BE49-F238E27FC236}">
                  <a16:creationId xmlns:a16="http://schemas.microsoft.com/office/drawing/2014/main" id="{E3695BD9-AC4B-A500-71C8-D12E46BB1D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70" name="Freeform: Shape 69">
              <a:extLst>
                <a:ext uri="{FF2B5EF4-FFF2-40B4-BE49-F238E27FC236}">
                  <a16:creationId xmlns:a16="http://schemas.microsoft.com/office/drawing/2014/main" id="{4E692EF8-0520-D601-6266-8BFC5E331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71" name="Freeform: Shape 70">
              <a:extLst>
                <a:ext uri="{FF2B5EF4-FFF2-40B4-BE49-F238E27FC236}">
                  <a16:creationId xmlns:a16="http://schemas.microsoft.com/office/drawing/2014/main" id="{BF3E4CA1-3BB2-0C11-0758-8074AA3698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2" name="Freeform: Shape 71">
              <a:extLst>
                <a:ext uri="{FF2B5EF4-FFF2-40B4-BE49-F238E27FC236}">
                  <a16:creationId xmlns:a16="http://schemas.microsoft.com/office/drawing/2014/main" id="{9724547F-E667-8365-FBD8-D6401EEEB8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3" name="Freeform: Shape 72">
              <a:extLst>
                <a:ext uri="{FF2B5EF4-FFF2-40B4-BE49-F238E27FC236}">
                  <a16:creationId xmlns:a16="http://schemas.microsoft.com/office/drawing/2014/main" id="{F6E65D60-4936-5BB1-C51E-92A1910CF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4" name="Freeform: Shape 73">
              <a:extLst>
                <a:ext uri="{FF2B5EF4-FFF2-40B4-BE49-F238E27FC236}">
                  <a16:creationId xmlns:a16="http://schemas.microsoft.com/office/drawing/2014/main" id="{A27A8FC0-6272-0D95-E86B-AE7A0087FA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5" name="Freeform: Shape 74">
              <a:extLst>
                <a:ext uri="{FF2B5EF4-FFF2-40B4-BE49-F238E27FC236}">
                  <a16:creationId xmlns:a16="http://schemas.microsoft.com/office/drawing/2014/main" id="{7F9F0C61-3496-5CF8-DD41-1DBAF0E8E5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6" name="Freeform: Shape 75">
              <a:extLst>
                <a:ext uri="{FF2B5EF4-FFF2-40B4-BE49-F238E27FC236}">
                  <a16:creationId xmlns:a16="http://schemas.microsoft.com/office/drawing/2014/main" id="{178B9F2B-AD05-8532-4060-E114E58C6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7" name="Freeform: Shape 76">
              <a:extLst>
                <a:ext uri="{FF2B5EF4-FFF2-40B4-BE49-F238E27FC236}">
                  <a16:creationId xmlns:a16="http://schemas.microsoft.com/office/drawing/2014/main" id="{F6EBD2F7-AD9D-40E9-B699-011C21275A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78" name="Freeform: Shape 77">
              <a:extLst>
                <a:ext uri="{FF2B5EF4-FFF2-40B4-BE49-F238E27FC236}">
                  <a16:creationId xmlns:a16="http://schemas.microsoft.com/office/drawing/2014/main" id="{4D1F07AF-628D-4EDD-2035-5035309AB0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79" name="Freeform: Shape 78">
              <a:extLst>
                <a:ext uri="{FF2B5EF4-FFF2-40B4-BE49-F238E27FC236}">
                  <a16:creationId xmlns:a16="http://schemas.microsoft.com/office/drawing/2014/main" id="{29B088DB-2F9B-AF4D-1986-6E91025E9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GB" noProof="1"/>
            </a:p>
          </p:txBody>
        </p:sp>
        <p:sp>
          <p:nvSpPr>
            <p:cNvPr id="80" name="Freeform: Shape 79">
              <a:extLst>
                <a:ext uri="{FF2B5EF4-FFF2-40B4-BE49-F238E27FC236}">
                  <a16:creationId xmlns:a16="http://schemas.microsoft.com/office/drawing/2014/main" id="{D95BFCDF-6DA5-8398-978F-17B2CD8EDB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81" name="Freeform: Shape 80">
              <a:extLst>
                <a:ext uri="{FF2B5EF4-FFF2-40B4-BE49-F238E27FC236}">
                  <a16:creationId xmlns:a16="http://schemas.microsoft.com/office/drawing/2014/main" id="{7E510A31-DCA2-2877-2899-E97E717E0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GB" noProof="1"/>
            </a:p>
          </p:txBody>
        </p:sp>
        <p:sp>
          <p:nvSpPr>
            <p:cNvPr id="82" name="Freeform: Shape 81">
              <a:extLst>
                <a:ext uri="{FF2B5EF4-FFF2-40B4-BE49-F238E27FC236}">
                  <a16:creationId xmlns:a16="http://schemas.microsoft.com/office/drawing/2014/main" id="{C89435F8-3BC2-E756-EA0F-8642C4601D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83" name="Freeform: Shape 82">
              <a:extLst>
                <a:ext uri="{FF2B5EF4-FFF2-40B4-BE49-F238E27FC236}">
                  <a16:creationId xmlns:a16="http://schemas.microsoft.com/office/drawing/2014/main" id="{47F3078E-C5AB-3112-704A-839FE686C4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84" name="Freeform: Shape 83">
              <a:extLst>
                <a:ext uri="{FF2B5EF4-FFF2-40B4-BE49-F238E27FC236}">
                  <a16:creationId xmlns:a16="http://schemas.microsoft.com/office/drawing/2014/main" id="{9FB5D71B-1239-2E8C-206A-A20DCF8174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85" name="Freeform: Shape 84">
              <a:extLst>
                <a:ext uri="{FF2B5EF4-FFF2-40B4-BE49-F238E27FC236}">
                  <a16:creationId xmlns:a16="http://schemas.microsoft.com/office/drawing/2014/main" id="{65A19DBC-91B9-DB12-6D17-C5CBF44DC2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1"/>
            </a:p>
          </p:txBody>
        </p:sp>
        <p:sp>
          <p:nvSpPr>
            <p:cNvPr id="86" name="Freeform: Shape 85">
              <a:extLst>
                <a:ext uri="{FF2B5EF4-FFF2-40B4-BE49-F238E27FC236}">
                  <a16:creationId xmlns:a16="http://schemas.microsoft.com/office/drawing/2014/main" id="{FBF77E32-1D4A-1994-BC91-E71A73874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87" name="Freeform: Shape 86">
              <a:extLst>
                <a:ext uri="{FF2B5EF4-FFF2-40B4-BE49-F238E27FC236}">
                  <a16:creationId xmlns:a16="http://schemas.microsoft.com/office/drawing/2014/main" id="{FEEA545F-D294-460F-FE78-1CA270F25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1"/>
            </a:p>
          </p:txBody>
        </p:sp>
        <p:sp>
          <p:nvSpPr>
            <p:cNvPr id="88" name="Freeform: Shape 87">
              <a:extLst>
                <a:ext uri="{FF2B5EF4-FFF2-40B4-BE49-F238E27FC236}">
                  <a16:creationId xmlns:a16="http://schemas.microsoft.com/office/drawing/2014/main" id="{58D9BF45-66DC-C3F4-A077-EBFE6E789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89" name="Freeform: Shape 88">
              <a:extLst>
                <a:ext uri="{FF2B5EF4-FFF2-40B4-BE49-F238E27FC236}">
                  <a16:creationId xmlns:a16="http://schemas.microsoft.com/office/drawing/2014/main" id="{CB9A4090-93EF-5359-D24A-744D1E0B28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90" name="Freeform: Shape 89">
              <a:extLst>
                <a:ext uri="{FF2B5EF4-FFF2-40B4-BE49-F238E27FC236}">
                  <a16:creationId xmlns:a16="http://schemas.microsoft.com/office/drawing/2014/main" id="{A0CCBB9D-D171-9371-B4F1-73DA3C8C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91" name="Freeform: Shape 90">
              <a:extLst>
                <a:ext uri="{FF2B5EF4-FFF2-40B4-BE49-F238E27FC236}">
                  <a16:creationId xmlns:a16="http://schemas.microsoft.com/office/drawing/2014/main" id="{92BA4301-5BA2-0563-6317-B4BD56714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92" name="Freeform: Shape 91">
              <a:extLst>
                <a:ext uri="{FF2B5EF4-FFF2-40B4-BE49-F238E27FC236}">
                  <a16:creationId xmlns:a16="http://schemas.microsoft.com/office/drawing/2014/main" id="{3354B9DF-C61D-7BEE-20EC-F745D52D17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93" name="Freeform: Shape 92">
              <a:extLst>
                <a:ext uri="{FF2B5EF4-FFF2-40B4-BE49-F238E27FC236}">
                  <a16:creationId xmlns:a16="http://schemas.microsoft.com/office/drawing/2014/main" id="{FE7DF3AC-35D2-0C20-24C8-9CD3E7D52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94" name="Freeform: Shape 93">
              <a:extLst>
                <a:ext uri="{FF2B5EF4-FFF2-40B4-BE49-F238E27FC236}">
                  <a16:creationId xmlns:a16="http://schemas.microsoft.com/office/drawing/2014/main" id="{C578D9EF-435B-C3D3-07DF-84DB9AFA4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95" name="Freeform: Shape 94">
              <a:extLst>
                <a:ext uri="{FF2B5EF4-FFF2-40B4-BE49-F238E27FC236}">
                  <a16:creationId xmlns:a16="http://schemas.microsoft.com/office/drawing/2014/main" id="{BECD45C0-23BC-D865-3F19-A218D602C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96" name="Freeform: Shape 95">
              <a:extLst>
                <a:ext uri="{FF2B5EF4-FFF2-40B4-BE49-F238E27FC236}">
                  <a16:creationId xmlns:a16="http://schemas.microsoft.com/office/drawing/2014/main" id="{3C342AD0-2682-615E-EF6F-18DF07C511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97" name="Freeform: Shape 96">
              <a:extLst>
                <a:ext uri="{FF2B5EF4-FFF2-40B4-BE49-F238E27FC236}">
                  <a16:creationId xmlns:a16="http://schemas.microsoft.com/office/drawing/2014/main" id="{ECDD3126-F1EF-2DBE-88C8-1AA7C287EA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1"/>
            </a:p>
          </p:txBody>
        </p:sp>
        <p:sp>
          <p:nvSpPr>
            <p:cNvPr id="98" name="Freeform: Shape 97">
              <a:extLst>
                <a:ext uri="{FF2B5EF4-FFF2-40B4-BE49-F238E27FC236}">
                  <a16:creationId xmlns:a16="http://schemas.microsoft.com/office/drawing/2014/main" id="{10B81707-5537-5ABA-2668-F43DFF104B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99" name="Freeform: Shape 98">
              <a:extLst>
                <a:ext uri="{FF2B5EF4-FFF2-40B4-BE49-F238E27FC236}">
                  <a16:creationId xmlns:a16="http://schemas.microsoft.com/office/drawing/2014/main" id="{57319F34-06E3-8C5C-7460-1447B4CC16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1"/>
            </a:p>
          </p:txBody>
        </p:sp>
        <p:sp>
          <p:nvSpPr>
            <p:cNvPr id="100" name="Freeform: Shape 99">
              <a:extLst>
                <a:ext uri="{FF2B5EF4-FFF2-40B4-BE49-F238E27FC236}">
                  <a16:creationId xmlns:a16="http://schemas.microsoft.com/office/drawing/2014/main" id="{00726C3D-51A6-EB4F-376A-D21C36825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1" name="Freeform: Shape 100">
              <a:extLst>
                <a:ext uri="{FF2B5EF4-FFF2-40B4-BE49-F238E27FC236}">
                  <a16:creationId xmlns:a16="http://schemas.microsoft.com/office/drawing/2014/main" id="{573ECC34-45D1-5A03-8822-EBD0D0692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2" name="Freeform: Shape 101">
              <a:extLst>
                <a:ext uri="{FF2B5EF4-FFF2-40B4-BE49-F238E27FC236}">
                  <a16:creationId xmlns:a16="http://schemas.microsoft.com/office/drawing/2014/main" id="{A444D4ED-1EBF-840C-E79C-74DC1BC797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3" name="Freeform: Shape 102">
              <a:extLst>
                <a:ext uri="{FF2B5EF4-FFF2-40B4-BE49-F238E27FC236}">
                  <a16:creationId xmlns:a16="http://schemas.microsoft.com/office/drawing/2014/main" id="{F5512B50-E2D8-1021-A96D-2D582C8574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04" name="Freeform: Shape 103">
              <a:extLst>
                <a:ext uri="{FF2B5EF4-FFF2-40B4-BE49-F238E27FC236}">
                  <a16:creationId xmlns:a16="http://schemas.microsoft.com/office/drawing/2014/main" id="{3C3BB5D5-18FA-473C-EF78-0C3F40595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5" name="Freeform: Shape 104">
              <a:extLst>
                <a:ext uri="{FF2B5EF4-FFF2-40B4-BE49-F238E27FC236}">
                  <a16:creationId xmlns:a16="http://schemas.microsoft.com/office/drawing/2014/main" id="{425B6150-EC8E-5624-1EA0-F64731F8D2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06" name="Freeform: Shape 105">
              <a:extLst>
                <a:ext uri="{FF2B5EF4-FFF2-40B4-BE49-F238E27FC236}">
                  <a16:creationId xmlns:a16="http://schemas.microsoft.com/office/drawing/2014/main" id="{42DC28AB-FC9D-4322-B29A-66770A49BE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7" name="Freeform: Shape 106">
              <a:extLst>
                <a:ext uri="{FF2B5EF4-FFF2-40B4-BE49-F238E27FC236}">
                  <a16:creationId xmlns:a16="http://schemas.microsoft.com/office/drawing/2014/main" id="{91F74210-287D-8E09-5237-92B828026A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08" name="Freeform: Shape 107">
              <a:extLst>
                <a:ext uri="{FF2B5EF4-FFF2-40B4-BE49-F238E27FC236}">
                  <a16:creationId xmlns:a16="http://schemas.microsoft.com/office/drawing/2014/main" id="{CE93058E-45F4-3B6A-1CC7-43CE5A618C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09" name="Freeform: Shape 108">
              <a:extLst>
                <a:ext uri="{FF2B5EF4-FFF2-40B4-BE49-F238E27FC236}">
                  <a16:creationId xmlns:a16="http://schemas.microsoft.com/office/drawing/2014/main" id="{A01EF276-37E6-54D7-38D5-D01727D71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1"/>
            </a:p>
          </p:txBody>
        </p:sp>
        <p:sp>
          <p:nvSpPr>
            <p:cNvPr id="110" name="Freeform: Shape 109">
              <a:extLst>
                <a:ext uri="{FF2B5EF4-FFF2-40B4-BE49-F238E27FC236}">
                  <a16:creationId xmlns:a16="http://schemas.microsoft.com/office/drawing/2014/main" id="{F0F8EB5A-B9C2-7CC5-D897-2CE858356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11" name="Freeform: Shape 110">
              <a:extLst>
                <a:ext uri="{FF2B5EF4-FFF2-40B4-BE49-F238E27FC236}">
                  <a16:creationId xmlns:a16="http://schemas.microsoft.com/office/drawing/2014/main" id="{F9C41C40-6145-0D1E-BA1C-F836D725D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1"/>
            </a:p>
          </p:txBody>
        </p:sp>
        <p:sp>
          <p:nvSpPr>
            <p:cNvPr id="112" name="Freeform: Shape 111">
              <a:extLst>
                <a:ext uri="{FF2B5EF4-FFF2-40B4-BE49-F238E27FC236}">
                  <a16:creationId xmlns:a16="http://schemas.microsoft.com/office/drawing/2014/main" id="{156E6024-3DBD-D3A0-6A83-6B339FCF66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3" name="Freeform: Shape 112">
              <a:extLst>
                <a:ext uri="{FF2B5EF4-FFF2-40B4-BE49-F238E27FC236}">
                  <a16:creationId xmlns:a16="http://schemas.microsoft.com/office/drawing/2014/main" id="{019E61BF-98F2-FC3A-4FBE-105695880A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4" name="Freeform: Shape 113">
              <a:extLst>
                <a:ext uri="{FF2B5EF4-FFF2-40B4-BE49-F238E27FC236}">
                  <a16:creationId xmlns:a16="http://schemas.microsoft.com/office/drawing/2014/main" id="{952DF81D-2C23-7CDA-2AEC-2B17BFABF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5" name="Freeform: Shape 114">
              <a:extLst>
                <a:ext uri="{FF2B5EF4-FFF2-40B4-BE49-F238E27FC236}">
                  <a16:creationId xmlns:a16="http://schemas.microsoft.com/office/drawing/2014/main" id="{6B55241B-F307-FCC6-D7E3-8FE56D65E0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16" name="Freeform: Shape 115">
              <a:extLst>
                <a:ext uri="{FF2B5EF4-FFF2-40B4-BE49-F238E27FC236}">
                  <a16:creationId xmlns:a16="http://schemas.microsoft.com/office/drawing/2014/main" id="{7377BE77-6566-9257-DA0B-D9B4E320A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7" name="Freeform: Shape 116">
              <a:extLst>
                <a:ext uri="{FF2B5EF4-FFF2-40B4-BE49-F238E27FC236}">
                  <a16:creationId xmlns:a16="http://schemas.microsoft.com/office/drawing/2014/main" id="{CCA4F565-DCA0-C531-15DB-6937662CD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18" name="Freeform: Shape 117">
              <a:extLst>
                <a:ext uri="{FF2B5EF4-FFF2-40B4-BE49-F238E27FC236}">
                  <a16:creationId xmlns:a16="http://schemas.microsoft.com/office/drawing/2014/main" id="{475D8581-02B3-E04C-C5A4-B747B56B0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9" name="Freeform: Shape 118">
              <a:extLst>
                <a:ext uri="{FF2B5EF4-FFF2-40B4-BE49-F238E27FC236}">
                  <a16:creationId xmlns:a16="http://schemas.microsoft.com/office/drawing/2014/main" id="{F43DFF70-97A6-0F63-7E57-27E33FF2E0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1"/>
            </a:p>
          </p:txBody>
        </p:sp>
        <p:sp>
          <p:nvSpPr>
            <p:cNvPr id="120" name="Freeform: Shape 119">
              <a:extLst>
                <a:ext uri="{FF2B5EF4-FFF2-40B4-BE49-F238E27FC236}">
                  <a16:creationId xmlns:a16="http://schemas.microsoft.com/office/drawing/2014/main" id="{F8B36484-C6CF-7D37-3031-97305091B7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121" name="Freeform: Shape 120">
              <a:extLst>
                <a:ext uri="{FF2B5EF4-FFF2-40B4-BE49-F238E27FC236}">
                  <a16:creationId xmlns:a16="http://schemas.microsoft.com/office/drawing/2014/main" id="{382033D5-01CA-0B4E-5EF9-622D334B1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22" name="Freeform: Shape 121">
              <a:extLst>
                <a:ext uri="{FF2B5EF4-FFF2-40B4-BE49-F238E27FC236}">
                  <a16:creationId xmlns:a16="http://schemas.microsoft.com/office/drawing/2014/main" id="{F8545CEC-4390-7E67-B14C-821272D2F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23" name="Freeform: Shape 122">
              <a:extLst>
                <a:ext uri="{FF2B5EF4-FFF2-40B4-BE49-F238E27FC236}">
                  <a16:creationId xmlns:a16="http://schemas.microsoft.com/office/drawing/2014/main" id="{EE9B153F-0C83-F51B-5D87-937D6B11B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24" name="Freeform: Shape 123">
              <a:extLst>
                <a:ext uri="{FF2B5EF4-FFF2-40B4-BE49-F238E27FC236}">
                  <a16:creationId xmlns:a16="http://schemas.microsoft.com/office/drawing/2014/main" id="{DB148EE8-FFA4-CA28-1AE8-BB4DEA94FF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125" name="Freeform: Shape 124">
              <a:extLst>
                <a:ext uri="{FF2B5EF4-FFF2-40B4-BE49-F238E27FC236}">
                  <a16:creationId xmlns:a16="http://schemas.microsoft.com/office/drawing/2014/main" id="{0CFBEFD2-4AFE-0946-F4F3-7C10EEE44E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26" name="Freeform: Shape 125">
              <a:extLst>
                <a:ext uri="{FF2B5EF4-FFF2-40B4-BE49-F238E27FC236}">
                  <a16:creationId xmlns:a16="http://schemas.microsoft.com/office/drawing/2014/main" id="{1570BD58-B69D-68FE-59CC-385308ECD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27" name="Freeform: Shape 126">
              <a:extLst>
                <a:ext uri="{FF2B5EF4-FFF2-40B4-BE49-F238E27FC236}">
                  <a16:creationId xmlns:a16="http://schemas.microsoft.com/office/drawing/2014/main" id="{D386124D-25FB-2405-6065-27966A5245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28" name="Freeform: Shape 127">
              <a:extLst>
                <a:ext uri="{FF2B5EF4-FFF2-40B4-BE49-F238E27FC236}">
                  <a16:creationId xmlns:a16="http://schemas.microsoft.com/office/drawing/2014/main" id="{AB748233-F05B-900F-5ADA-BFC2A1A8FE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29" name="Freeform: Shape 128">
              <a:extLst>
                <a:ext uri="{FF2B5EF4-FFF2-40B4-BE49-F238E27FC236}">
                  <a16:creationId xmlns:a16="http://schemas.microsoft.com/office/drawing/2014/main" id="{F5632EB7-B12A-50F2-F8D8-C1C42C1A0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0" name="Freeform: Shape 129">
              <a:extLst>
                <a:ext uri="{FF2B5EF4-FFF2-40B4-BE49-F238E27FC236}">
                  <a16:creationId xmlns:a16="http://schemas.microsoft.com/office/drawing/2014/main" id="{A59DC80A-7CD5-E4BA-7B15-E56D8564D8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1" name="Freeform: Shape 130">
              <a:extLst>
                <a:ext uri="{FF2B5EF4-FFF2-40B4-BE49-F238E27FC236}">
                  <a16:creationId xmlns:a16="http://schemas.microsoft.com/office/drawing/2014/main" id="{B2FCE6CD-E224-7669-D578-4D87FBCEA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32" name="Freeform: Shape 131">
              <a:extLst>
                <a:ext uri="{FF2B5EF4-FFF2-40B4-BE49-F238E27FC236}">
                  <a16:creationId xmlns:a16="http://schemas.microsoft.com/office/drawing/2014/main" id="{7537DB6B-EA1E-B64C-83A3-8629DB4D8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3" name="Freeform: Shape 132">
              <a:extLst>
                <a:ext uri="{FF2B5EF4-FFF2-40B4-BE49-F238E27FC236}">
                  <a16:creationId xmlns:a16="http://schemas.microsoft.com/office/drawing/2014/main" id="{118CDA72-C9C8-891D-E074-D2E974A40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34" name="Freeform: Shape 133">
              <a:extLst>
                <a:ext uri="{FF2B5EF4-FFF2-40B4-BE49-F238E27FC236}">
                  <a16:creationId xmlns:a16="http://schemas.microsoft.com/office/drawing/2014/main" id="{8CC67D69-F142-C29F-7D6D-39F65027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5" name="Freeform: Shape 134">
              <a:extLst>
                <a:ext uri="{FF2B5EF4-FFF2-40B4-BE49-F238E27FC236}">
                  <a16:creationId xmlns:a16="http://schemas.microsoft.com/office/drawing/2014/main" id="{C8F80CEB-6082-4ACB-6F2D-3EC03F89B5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6" name="Freeform: Shape 135">
              <a:extLst>
                <a:ext uri="{FF2B5EF4-FFF2-40B4-BE49-F238E27FC236}">
                  <a16:creationId xmlns:a16="http://schemas.microsoft.com/office/drawing/2014/main" id="{03372E36-087C-730E-39AA-C3AB375913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7" name="Freeform: Shape 136">
              <a:extLst>
                <a:ext uri="{FF2B5EF4-FFF2-40B4-BE49-F238E27FC236}">
                  <a16:creationId xmlns:a16="http://schemas.microsoft.com/office/drawing/2014/main" id="{B5D5DBD2-F44D-803F-32CE-77976687C0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8" name="Freeform: Shape 137">
              <a:extLst>
                <a:ext uri="{FF2B5EF4-FFF2-40B4-BE49-F238E27FC236}">
                  <a16:creationId xmlns:a16="http://schemas.microsoft.com/office/drawing/2014/main" id="{8EC9D0EA-4919-6BBE-7D70-C8F548D04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9" name="Freeform: Shape 138">
              <a:extLst>
                <a:ext uri="{FF2B5EF4-FFF2-40B4-BE49-F238E27FC236}">
                  <a16:creationId xmlns:a16="http://schemas.microsoft.com/office/drawing/2014/main" id="{5876E04E-69F1-79C2-1EFE-70859445D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0" name="Freeform: Shape 139">
              <a:extLst>
                <a:ext uri="{FF2B5EF4-FFF2-40B4-BE49-F238E27FC236}">
                  <a16:creationId xmlns:a16="http://schemas.microsoft.com/office/drawing/2014/main" id="{2A044738-4B46-F9FC-AF7C-A1E3F9C0F0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41" name="Freeform: Shape 140">
              <a:extLst>
                <a:ext uri="{FF2B5EF4-FFF2-40B4-BE49-F238E27FC236}">
                  <a16:creationId xmlns:a16="http://schemas.microsoft.com/office/drawing/2014/main" id="{E07A2765-4A3C-BF18-E100-6012C50BE2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2" name="Freeform: Shape 141">
              <a:extLst>
                <a:ext uri="{FF2B5EF4-FFF2-40B4-BE49-F238E27FC236}">
                  <a16:creationId xmlns:a16="http://schemas.microsoft.com/office/drawing/2014/main" id="{AF534B90-A1EB-82A9-B668-1463BA6C08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3" name="Freeform: Shape 142">
              <a:extLst>
                <a:ext uri="{FF2B5EF4-FFF2-40B4-BE49-F238E27FC236}">
                  <a16:creationId xmlns:a16="http://schemas.microsoft.com/office/drawing/2014/main" id="{CB59D645-50BC-0F9D-895F-F401A1DFB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4" name="Freeform: Shape 143">
              <a:extLst>
                <a:ext uri="{FF2B5EF4-FFF2-40B4-BE49-F238E27FC236}">
                  <a16:creationId xmlns:a16="http://schemas.microsoft.com/office/drawing/2014/main" id="{985B7E41-FFCC-DECD-B325-C1ABF7ED0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5" name="Freeform: Shape 144">
              <a:extLst>
                <a:ext uri="{FF2B5EF4-FFF2-40B4-BE49-F238E27FC236}">
                  <a16:creationId xmlns:a16="http://schemas.microsoft.com/office/drawing/2014/main" id="{2376376B-AB5E-D898-4818-49C3110748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6" name="Freeform: Shape 145">
              <a:extLst>
                <a:ext uri="{FF2B5EF4-FFF2-40B4-BE49-F238E27FC236}">
                  <a16:creationId xmlns:a16="http://schemas.microsoft.com/office/drawing/2014/main" id="{425DDB1C-20BA-FEC9-C978-D0269895F5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7" name="Freeform: Shape 146">
              <a:extLst>
                <a:ext uri="{FF2B5EF4-FFF2-40B4-BE49-F238E27FC236}">
                  <a16:creationId xmlns:a16="http://schemas.microsoft.com/office/drawing/2014/main" id="{BA727E4E-709B-A453-A1FD-645E7EFF74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48" name="Freeform: Shape 147">
              <a:extLst>
                <a:ext uri="{FF2B5EF4-FFF2-40B4-BE49-F238E27FC236}">
                  <a16:creationId xmlns:a16="http://schemas.microsoft.com/office/drawing/2014/main" id="{F845A7FD-F0D1-7A03-5AF0-8AACA5A9EA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9" name="Freeform: Shape 148">
              <a:extLst>
                <a:ext uri="{FF2B5EF4-FFF2-40B4-BE49-F238E27FC236}">
                  <a16:creationId xmlns:a16="http://schemas.microsoft.com/office/drawing/2014/main" id="{9DAE5028-1ABF-3704-5AA0-98A3015EAF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0" name="Freeform: Shape 149">
              <a:extLst>
                <a:ext uri="{FF2B5EF4-FFF2-40B4-BE49-F238E27FC236}">
                  <a16:creationId xmlns:a16="http://schemas.microsoft.com/office/drawing/2014/main" id="{C5CECD81-D5BE-BCD1-B8BE-96990D80B7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1" name="Freeform: Shape 150">
              <a:extLst>
                <a:ext uri="{FF2B5EF4-FFF2-40B4-BE49-F238E27FC236}">
                  <a16:creationId xmlns:a16="http://schemas.microsoft.com/office/drawing/2014/main" id="{DE9C8449-47AC-21E9-1092-BF6D471763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2" name="Freeform: Shape 151">
              <a:extLst>
                <a:ext uri="{FF2B5EF4-FFF2-40B4-BE49-F238E27FC236}">
                  <a16:creationId xmlns:a16="http://schemas.microsoft.com/office/drawing/2014/main" id="{4D39D5EC-C355-AB3F-F78F-902BF967D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3" name="Freeform: Shape 152">
              <a:extLst>
                <a:ext uri="{FF2B5EF4-FFF2-40B4-BE49-F238E27FC236}">
                  <a16:creationId xmlns:a16="http://schemas.microsoft.com/office/drawing/2014/main" id="{8C1F3EF6-7A4D-2B8D-A58A-5FF07A6072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4" name="Freeform: Shape 153">
              <a:extLst>
                <a:ext uri="{FF2B5EF4-FFF2-40B4-BE49-F238E27FC236}">
                  <a16:creationId xmlns:a16="http://schemas.microsoft.com/office/drawing/2014/main" id="{4D551258-A178-7D20-92E7-CBBC20D476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55" name="Freeform: Shape 154">
              <a:extLst>
                <a:ext uri="{FF2B5EF4-FFF2-40B4-BE49-F238E27FC236}">
                  <a16:creationId xmlns:a16="http://schemas.microsoft.com/office/drawing/2014/main" id="{7DA63EB3-5E53-A7DB-256C-0A2E36ADF1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56" name="Freeform: Shape 155">
              <a:extLst>
                <a:ext uri="{FF2B5EF4-FFF2-40B4-BE49-F238E27FC236}">
                  <a16:creationId xmlns:a16="http://schemas.microsoft.com/office/drawing/2014/main" id="{FDA405E7-BDF1-0E9F-6244-546696E525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57" name="Freeform: Shape 156">
              <a:extLst>
                <a:ext uri="{FF2B5EF4-FFF2-40B4-BE49-F238E27FC236}">
                  <a16:creationId xmlns:a16="http://schemas.microsoft.com/office/drawing/2014/main" id="{D5BF30EB-FF10-8497-7BEC-5340750C9B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58" name="Freeform: Shape 157">
              <a:extLst>
                <a:ext uri="{FF2B5EF4-FFF2-40B4-BE49-F238E27FC236}">
                  <a16:creationId xmlns:a16="http://schemas.microsoft.com/office/drawing/2014/main" id="{13C8FA76-9163-01C7-DFB1-520FF9ADE7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59" name="Freeform: Shape 158">
              <a:extLst>
                <a:ext uri="{FF2B5EF4-FFF2-40B4-BE49-F238E27FC236}">
                  <a16:creationId xmlns:a16="http://schemas.microsoft.com/office/drawing/2014/main" id="{632000CB-2A64-2336-69C4-990826B166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60" name="Freeform: Shape 159">
              <a:extLst>
                <a:ext uri="{FF2B5EF4-FFF2-40B4-BE49-F238E27FC236}">
                  <a16:creationId xmlns:a16="http://schemas.microsoft.com/office/drawing/2014/main" id="{F394B969-B69A-5FDB-2765-E1E24CE06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61" name="Freeform: Shape 160">
              <a:extLst>
                <a:ext uri="{FF2B5EF4-FFF2-40B4-BE49-F238E27FC236}">
                  <a16:creationId xmlns:a16="http://schemas.microsoft.com/office/drawing/2014/main" id="{43477620-8FD8-7386-41AD-599CB1AAF4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62" name="Freeform: Shape 161">
              <a:extLst>
                <a:ext uri="{FF2B5EF4-FFF2-40B4-BE49-F238E27FC236}">
                  <a16:creationId xmlns:a16="http://schemas.microsoft.com/office/drawing/2014/main" id="{6BBFD0C0-5565-12F0-7C81-A28A400B8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63" name="Freeform: Shape 162">
              <a:extLst>
                <a:ext uri="{FF2B5EF4-FFF2-40B4-BE49-F238E27FC236}">
                  <a16:creationId xmlns:a16="http://schemas.microsoft.com/office/drawing/2014/main" id="{4BBA71AA-D2FE-8BCE-F79F-DCC9C1D71E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GB" noProof="1"/>
            </a:p>
          </p:txBody>
        </p:sp>
        <p:sp>
          <p:nvSpPr>
            <p:cNvPr id="164" name="Freeform: Shape 163">
              <a:extLst>
                <a:ext uri="{FF2B5EF4-FFF2-40B4-BE49-F238E27FC236}">
                  <a16:creationId xmlns:a16="http://schemas.microsoft.com/office/drawing/2014/main" id="{7222AB1D-1355-08DC-0A8D-786334E59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65" name="Freeform: Shape 164">
              <a:extLst>
                <a:ext uri="{FF2B5EF4-FFF2-40B4-BE49-F238E27FC236}">
                  <a16:creationId xmlns:a16="http://schemas.microsoft.com/office/drawing/2014/main" id="{FF34B9D0-D6A6-2CBB-042E-E50E895AAB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GB" noProof="1"/>
            </a:p>
          </p:txBody>
        </p:sp>
        <p:sp>
          <p:nvSpPr>
            <p:cNvPr id="166" name="Freeform: Shape 165">
              <a:extLst>
                <a:ext uri="{FF2B5EF4-FFF2-40B4-BE49-F238E27FC236}">
                  <a16:creationId xmlns:a16="http://schemas.microsoft.com/office/drawing/2014/main" id="{895C336D-5A67-F2A1-CE63-89C449C96D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167" name="Freeform: Shape 166">
              <a:extLst>
                <a:ext uri="{FF2B5EF4-FFF2-40B4-BE49-F238E27FC236}">
                  <a16:creationId xmlns:a16="http://schemas.microsoft.com/office/drawing/2014/main" id="{6CDCCFAF-DD68-A00F-7B92-E1949F72C4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68" name="Freeform: Shape 167">
              <a:extLst>
                <a:ext uri="{FF2B5EF4-FFF2-40B4-BE49-F238E27FC236}">
                  <a16:creationId xmlns:a16="http://schemas.microsoft.com/office/drawing/2014/main" id="{26109626-BEF8-BE37-847E-3F29D9903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69" name="Freeform: Shape 168">
              <a:extLst>
                <a:ext uri="{FF2B5EF4-FFF2-40B4-BE49-F238E27FC236}">
                  <a16:creationId xmlns:a16="http://schemas.microsoft.com/office/drawing/2014/main" id="{749C1B49-D9CC-BCE1-78DF-FB3D766FB1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70" name="Freeform: Shape 169">
              <a:extLst>
                <a:ext uri="{FF2B5EF4-FFF2-40B4-BE49-F238E27FC236}">
                  <a16:creationId xmlns:a16="http://schemas.microsoft.com/office/drawing/2014/main" id="{CFD0686A-5566-D025-3BB8-04ED130321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1" name="Freeform: Shape 170">
              <a:extLst>
                <a:ext uri="{FF2B5EF4-FFF2-40B4-BE49-F238E27FC236}">
                  <a16:creationId xmlns:a16="http://schemas.microsoft.com/office/drawing/2014/main" id="{5D456659-3358-A665-A0A8-5853068374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72" name="Freeform: Shape 171">
              <a:extLst>
                <a:ext uri="{FF2B5EF4-FFF2-40B4-BE49-F238E27FC236}">
                  <a16:creationId xmlns:a16="http://schemas.microsoft.com/office/drawing/2014/main" id="{37F9D1C1-39AD-2F27-2601-1853A5141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73" name="Freeform: Shape 172">
              <a:extLst>
                <a:ext uri="{FF2B5EF4-FFF2-40B4-BE49-F238E27FC236}">
                  <a16:creationId xmlns:a16="http://schemas.microsoft.com/office/drawing/2014/main" id="{21FB94E6-0D1D-D433-C1BF-E9C0362929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4" name="Freeform: Shape 173">
              <a:extLst>
                <a:ext uri="{FF2B5EF4-FFF2-40B4-BE49-F238E27FC236}">
                  <a16:creationId xmlns:a16="http://schemas.microsoft.com/office/drawing/2014/main" id="{82EDFAB3-1AE2-3E86-F371-5B5D1EB354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5" name="Freeform: Shape 174">
              <a:extLst>
                <a:ext uri="{FF2B5EF4-FFF2-40B4-BE49-F238E27FC236}">
                  <a16:creationId xmlns:a16="http://schemas.microsoft.com/office/drawing/2014/main" id="{2FFDFCD1-41DF-715E-CF24-76B2429946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76" name="Freeform: Shape 175">
              <a:extLst>
                <a:ext uri="{FF2B5EF4-FFF2-40B4-BE49-F238E27FC236}">
                  <a16:creationId xmlns:a16="http://schemas.microsoft.com/office/drawing/2014/main" id="{104A6CF7-30C2-0B5B-86FF-DF439E198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7" name="Freeform: Shape 176">
              <a:extLst>
                <a:ext uri="{FF2B5EF4-FFF2-40B4-BE49-F238E27FC236}">
                  <a16:creationId xmlns:a16="http://schemas.microsoft.com/office/drawing/2014/main" id="{B75553E7-2930-7052-4BB2-2A7903CE7B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78" name="Freeform: Shape 177">
              <a:extLst>
                <a:ext uri="{FF2B5EF4-FFF2-40B4-BE49-F238E27FC236}">
                  <a16:creationId xmlns:a16="http://schemas.microsoft.com/office/drawing/2014/main" id="{89B541F1-F838-745A-5FDC-800A21ED21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9" name="Freeform: Shape 178">
              <a:extLst>
                <a:ext uri="{FF2B5EF4-FFF2-40B4-BE49-F238E27FC236}">
                  <a16:creationId xmlns:a16="http://schemas.microsoft.com/office/drawing/2014/main" id="{726192AC-A1CF-E9E5-5998-048BE55DC5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0" name="Freeform: Shape 179">
              <a:extLst>
                <a:ext uri="{FF2B5EF4-FFF2-40B4-BE49-F238E27FC236}">
                  <a16:creationId xmlns:a16="http://schemas.microsoft.com/office/drawing/2014/main" id="{35F33653-1E05-3B5B-E205-A6504E3FD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1" name="Freeform: Shape 180">
              <a:extLst>
                <a:ext uri="{FF2B5EF4-FFF2-40B4-BE49-F238E27FC236}">
                  <a16:creationId xmlns:a16="http://schemas.microsoft.com/office/drawing/2014/main" id="{D7360886-B668-D0CC-71C2-E590EC1FAB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82" name="Freeform: Shape 181">
              <a:extLst>
                <a:ext uri="{FF2B5EF4-FFF2-40B4-BE49-F238E27FC236}">
                  <a16:creationId xmlns:a16="http://schemas.microsoft.com/office/drawing/2014/main" id="{F5E25DD2-3478-3EA6-DD1C-ADA49BA390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3" name="Freeform: Shape 182">
              <a:extLst>
                <a:ext uri="{FF2B5EF4-FFF2-40B4-BE49-F238E27FC236}">
                  <a16:creationId xmlns:a16="http://schemas.microsoft.com/office/drawing/2014/main" id="{9C37008C-3999-AC3F-355C-C516CC1A2F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84" name="Freeform: Shape 183">
              <a:extLst>
                <a:ext uri="{FF2B5EF4-FFF2-40B4-BE49-F238E27FC236}">
                  <a16:creationId xmlns:a16="http://schemas.microsoft.com/office/drawing/2014/main" id="{C9F2D41C-CBBA-0450-A1B6-001858B882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5" name="Freeform: Shape 184">
              <a:extLst>
                <a:ext uri="{FF2B5EF4-FFF2-40B4-BE49-F238E27FC236}">
                  <a16:creationId xmlns:a16="http://schemas.microsoft.com/office/drawing/2014/main" id="{2BB63560-032E-86F1-3EA2-9DB855338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6" name="Freeform: Shape 185">
              <a:extLst>
                <a:ext uri="{FF2B5EF4-FFF2-40B4-BE49-F238E27FC236}">
                  <a16:creationId xmlns:a16="http://schemas.microsoft.com/office/drawing/2014/main" id="{095AD2B1-D40E-2608-7A67-57D9F135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7" name="Freeform: Shape 186">
              <a:extLst>
                <a:ext uri="{FF2B5EF4-FFF2-40B4-BE49-F238E27FC236}">
                  <a16:creationId xmlns:a16="http://schemas.microsoft.com/office/drawing/2014/main" id="{122D505A-49D8-AA98-5034-8BFC75093C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88" name="Freeform: Shape 187">
              <a:extLst>
                <a:ext uri="{FF2B5EF4-FFF2-40B4-BE49-F238E27FC236}">
                  <a16:creationId xmlns:a16="http://schemas.microsoft.com/office/drawing/2014/main" id="{38BC142B-5633-E6F9-44B6-396FBD5ADE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9" name="Freeform: Shape 188">
              <a:extLst>
                <a:ext uri="{FF2B5EF4-FFF2-40B4-BE49-F238E27FC236}">
                  <a16:creationId xmlns:a16="http://schemas.microsoft.com/office/drawing/2014/main" id="{4B9F11DC-EFA7-D6C4-E864-E218F1B734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90" name="Freeform: Shape 189">
              <a:extLst>
                <a:ext uri="{FF2B5EF4-FFF2-40B4-BE49-F238E27FC236}">
                  <a16:creationId xmlns:a16="http://schemas.microsoft.com/office/drawing/2014/main" id="{2137D783-63F7-3D59-D3A9-F169FE61AD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91" name="Freeform: Shape 190">
              <a:extLst>
                <a:ext uri="{FF2B5EF4-FFF2-40B4-BE49-F238E27FC236}">
                  <a16:creationId xmlns:a16="http://schemas.microsoft.com/office/drawing/2014/main" id="{C401B4E3-F7ED-81F3-722E-F189A77DC6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92" name="Freeform: Shape 191">
              <a:extLst>
                <a:ext uri="{FF2B5EF4-FFF2-40B4-BE49-F238E27FC236}">
                  <a16:creationId xmlns:a16="http://schemas.microsoft.com/office/drawing/2014/main" id="{FE58123A-45CE-D42B-BAF0-334B7B0555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93" name="Freeform: Shape 192">
              <a:extLst>
                <a:ext uri="{FF2B5EF4-FFF2-40B4-BE49-F238E27FC236}">
                  <a16:creationId xmlns:a16="http://schemas.microsoft.com/office/drawing/2014/main" id="{84D61B7C-A14E-04EA-1604-94C0CEBA3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1"/>
            </a:p>
          </p:txBody>
        </p:sp>
        <p:sp>
          <p:nvSpPr>
            <p:cNvPr id="194" name="Freeform: Shape 193">
              <a:extLst>
                <a:ext uri="{FF2B5EF4-FFF2-40B4-BE49-F238E27FC236}">
                  <a16:creationId xmlns:a16="http://schemas.microsoft.com/office/drawing/2014/main" id="{CBA6BAD3-8658-8078-30E1-D2738460E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95" name="Freeform: Shape 194">
              <a:extLst>
                <a:ext uri="{FF2B5EF4-FFF2-40B4-BE49-F238E27FC236}">
                  <a16:creationId xmlns:a16="http://schemas.microsoft.com/office/drawing/2014/main" id="{C3F5460E-9D73-CC3B-5E9B-F498D7340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1"/>
            </a:p>
          </p:txBody>
        </p:sp>
        <p:sp>
          <p:nvSpPr>
            <p:cNvPr id="196" name="Freeform: Shape 195">
              <a:extLst>
                <a:ext uri="{FF2B5EF4-FFF2-40B4-BE49-F238E27FC236}">
                  <a16:creationId xmlns:a16="http://schemas.microsoft.com/office/drawing/2014/main" id="{83F401F5-80C9-D0A1-EC1E-6C139D16CA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grpSp>
    </p:spTree>
    <p:extLst>
      <p:ext uri="{BB962C8B-B14F-4D97-AF65-F5344CB8AC3E}">
        <p14:creationId xmlns:p14="http://schemas.microsoft.com/office/powerpoint/2010/main" val="2499816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C9301D-93CA-33CB-48FB-FDF6EE8D637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3C0486D0-CF58-96EC-4E3B-EFC6F8AB99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0857063C-6C35-3EAF-9E91-57F6EE5068B9}"/>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1">
                <a:solidFill>
                  <a:schemeClr val="bg1"/>
                </a:solidFill>
                <a:latin typeface="+mj-lt"/>
                <a:ea typeface="+mj-ea"/>
                <a:cs typeface="+mj-cs"/>
              </a:rPr>
              <a:t>React Context</a:t>
            </a:r>
          </a:p>
        </p:txBody>
      </p:sp>
      <p:pic>
        <p:nvPicPr>
          <p:cNvPr id="6" name="Picture 5">
            <a:extLst>
              <a:ext uri="{FF2B5EF4-FFF2-40B4-BE49-F238E27FC236}">
                <a16:creationId xmlns:a16="http://schemas.microsoft.com/office/drawing/2014/main" id="{3B3DE03C-EA7A-7501-AE2F-E196878CAB66}"/>
              </a:ext>
            </a:extLst>
          </p:cNvPr>
          <p:cNvPicPr>
            <a:picLocks noChangeAspect="1"/>
          </p:cNvPicPr>
          <p:nvPr/>
        </p:nvPicPr>
        <p:blipFill>
          <a:blip r:embed="rId2"/>
          <a:stretch>
            <a:fillRect/>
          </a:stretch>
        </p:blipFill>
        <p:spPr>
          <a:xfrm>
            <a:off x="8491539" y="1590675"/>
            <a:ext cx="1600200" cy="1447800"/>
          </a:xfrm>
          <a:prstGeom prst="rect">
            <a:avLst/>
          </a:prstGeom>
        </p:spPr>
      </p:pic>
      <p:pic>
        <p:nvPicPr>
          <p:cNvPr id="8" name="Picture 7">
            <a:extLst>
              <a:ext uri="{FF2B5EF4-FFF2-40B4-BE49-F238E27FC236}">
                <a16:creationId xmlns:a16="http://schemas.microsoft.com/office/drawing/2014/main" id="{B188A9CA-C4DE-5A53-0284-2A71D6962AB7}"/>
              </a:ext>
            </a:extLst>
          </p:cNvPr>
          <p:cNvPicPr>
            <a:picLocks noChangeAspect="1"/>
          </p:cNvPicPr>
          <p:nvPr/>
        </p:nvPicPr>
        <p:blipFill>
          <a:blip r:embed="rId3"/>
          <a:stretch>
            <a:fillRect/>
          </a:stretch>
        </p:blipFill>
        <p:spPr>
          <a:xfrm>
            <a:off x="7641850" y="3146070"/>
            <a:ext cx="3299578" cy="1006475"/>
          </a:xfrm>
          <a:prstGeom prst="rect">
            <a:avLst/>
          </a:prstGeom>
        </p:spPr>
      </p:pic>
      <p:pic>
        <p:nvPicPr>
          <p:cNvPr id="10" name="Picture 9">
            <a:extLst>
              <a:ext uri="{FF2B5EF4-FFF2-40B4-BE49-F238E27FC236}">
                <a16:creationId xmlns:a16="http://schemas.microsoft.com/office/drawing/2014/main" id="{F51CF5DE-0DF1-CD5D-B007-517AD9F7BFC6}"/>
              </a:ext>
            </a:extLst>
          </p:cNvPr>
          <p:cNvPicPr>
            <a:picLocks noChangeAspect="1"/>
          </p:cNvPicPr>
          <p:nvPr/>
        </p:nvPicPr>
        <p:blipFill>
          <a:blip r:embed="rId4"/>
          <a:stretch>
            <a:fillRect/>
          </a:stretch>
        </p:blipFill>
        <p:spPr>
          <a:xfrm>
            <a:off x="6808789" y="4260141"/>
            <a:ext cx="4965700" cy="2235200"/>
          </a:xfrm>
          <a:prstGeom prst="rect">
            <a:avLst/>
          </a:prstGeom>
        </p:spPr>
      </p:pic>
      <p:sp>
        <p:nvSpPr>
          <p:cNvPr id="12" name="TextBox 11">
            <a:extLst>
              <a:ext uri="{FF2B5EF4-FFF2-40B4-BE49-F238E27FC236}">
                <a16:creationId xmlns:a16="http://schemas.microsoft.com/office/drawing/2014/main" id="{10F6C481-5998-0221-0117-F9703BDC8D98}"/>
              </a:ext>
            </a:extLst>
          </p:cNvPr>
          <p:cNvSpPr txBox="1"/>
          <p:nvPr/>
        </p:nvSpPr>
        <p:spPr>
          <a:xfrm>
            <a:off x="556532" y="2721384"/>
            <a:ext cx="5214939" cy="2862322"/>
          </a:xfrm>
          <a:prstGeom prst="rect">
            <a:avLst/>
          </a:prstGeom>
          <a:noFill/>
        </p:spPr>
        <p:txBody>
          <a:bodyPr wrap="square" rtlCol="0">
            <a:spAutoFit/>
          </a:bodyPr>
          <a:lstStyle/>
          <a:p>
            <a:r>
              <a:rPr lang="en-GB" noProof="1"/>
              <a:t>To allow data to be shared across multiple screens, I created a React Context named TravelContext to stores user preferences such as temperature, rainfall, humidity, travel dates and budget. This would allow information entered on one screen to be accessed by subsequent screens without manually passing props between components. The context also manages saved trips, enabling users to store and retrieve destinations using React Native’s AsyncStorage.</a:t>
            </a:r>
          </a:p>
        </p:txBody>
      </p:sp>
    </p:spTree>
    <p:extLst>
      <p:ext uri="{BB962C8B-B14F-4D97-AF65-F5344CB8AC3E}">
        <p14:creationId xmlns:p14="http://schemas.microsoft.com/office/powerpoint/2010/main" val="1289106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2E9BA7-EDDD-C8AA-D438-A8095B5D95A5}"/>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111687F-E3DD-F3A2-F629-BB69D7C6E5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CDE629C1-EE4C-E3B9-9C12-1D042245D3B2}"/>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1">
                <a:solidFill>
                  <a:schemeClr val="bg1"/>
                </a:solidFill>
                <a:latin typeface="+mj-lt"/>
                <a:ea typeface="+mj-ea"/>
                <a:cs typeface="+mj-cs"/>
              </a:rPr>
              <a:t>Root Layout Page</a:t>
            </a:r>
          </a:p>
        </p:txBody>
      </p:sp>
      <p:pic>
        <p:nvPicPr>
          <p:cNvPr id="3" name="Picture 2">
            <a:extLst>
              <a:ext uri="{FF2B5EF4-FFF2-40B4-BE49-F238E27FC236}">
                <a16:creationId xmlns:a16="http://schemas.microsoft.com/office/drawing/2014/main" id="{E3B72C28-872F-0248-B4FE-72F647C43C51}"/>
              </a:ext>
            </a:extLst>
          </p:cNvPr>
          <p:cNvPicPr>
            <a:picLocks noChangeAspect="1"/>
          </p:cNvPicPr>
          <p:nvPr/>
        </p:nvPicPr>
        <p:blipFill>
          <a:blip r:embed="rId2"/>
          <a:stretch>
            <a:fillRect/>
          </a:stretch>
        </p:blipFill>
        <p:spPr>
          <a:xfrm>
            <a:off x="620519" y="2515251"/>
            <a:ext cx="5475481" cy="2554265"/>
          </a:xfrm>
          <a:prstGeom prst="rect">
            <a:avLst/>
          </a:prstGeom>
        </p:spPr>
      </p:pic>
      <p:sp>
        <p:nvSpPr>
          <p:cNvPr id="4" name="TextBox 3">
            <a:extLst>
              <a:ext uri="{FF2B5EF4-FFF2-40B4-BE49-F238E27FC236}">
                <a16:creationId xmlns:a16="http://schemas.microsoft.com/office/drawing/2014/main" id="{31B119A6-CC2C-05B4-DD8B-2AC9BE90820B}"/>
              </a:ext>
            </a:extLst>
          </p:cNvPr>
          <p:cNvSpPr txBox="1"/>
          <p:nvPr/>
        </p:nvSpPr>
        <p:spPr>
          <a:xfrm>
            <a:off x="6161994" y="2515251"/>
            <a:ext cx="5410200" cy="2862322"/>
          </a:xfrm>
          <a:prstGeom prst="rect">
            <a:avLst/>
          </a:prstGeom>
          <a:noFill/>
        </p:spPr>
        <p:txBody>
          <a:bodyPr wrap="square" rtlCol="0">
            <a:spAutoFit/>
          </a:bodyPr>
          <a:lstStyle/>
          <a:p>
            <a:r>
              <a:rPr lang="en-GB" noProof="1"/>
              <a:t>The RootLayout component acts as the entry point of the app. It loads the Outfit font family to for a consistent visual style, wraps all screens inside the Travel Context Provider so that user preferences can be shared across the app, and configures the Stack Navigator used for screen-to-screen navigation. This structure creates a centralised foundation for both state management and navigation throughout the travel planner.</a:t>
            </a:r>
          </a:p>
          <a:p>
            <a:endParaRPr lang="en-GB" noProof="1"/>
          </a:p>
        </p:txBody>
      </p:sp>
    </p:spTree>
    <p:extLst>
      <p:ext uri="{BB962C8B-B14F-4D97-AF65-F5344CB8AC3E}">
        <p14:creationId xmlns:p14="http://schemas.microsoft.com/office/powerpoint/2010/main" val="3515877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AFF0BF-B62C-E458-4D21-CA88248B1C4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2D3427F-6506-39C6-0261-C07D670FD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039D310B-E8FA-78C8-3517-D6D9F354448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noProof="1">
                <a:solidFill>
                  <a:schemeClr val="bg1"/>
                </a:solidFill>
              </a:rPr>
              <a:t>Login</a:t>
            </a:r>
            <a:r>
              <a:rPr lang="en-GB" sz="3200" kern="1200" noProof="1">
                <a:solidFill>
                  <a:schemeClr val="bg1"/>
                </a:solidFill>
                <a:latin typeface="+mj-lt"/>
                <a:ea typeface="+mj-ea"/>
                <a:cs typeface="+mj-cs"/>
              </a:rPr>
              <a:t> Screen</a:t>
            </a:r>
          </a:p>
        </p:txBody>
      </p:sp>
      <p:sp>
        <p:nvSpPr>
          <p:cNvPr id="9" name="TextBox 8">
            <a:extLst>
              <a:ext uri="{FF2B5EF4-FFF2-40B4-BE49-F238E27FC236}">
                <a16:creationId xmlns:a16="http://schemas.microsoft.com/office/drawing/2014/main" id="{19BBBEDF-66F3-4473-1C5F-F34AE129A6CA}"/>
              </a:ext>
            </a:extLst>
          </p:cNvPr>
          <p:cNvSpPr txBox="1"/>
          <p:nvPr/>
        </p:nvSpPr>
        <p:spPr>
          <a:xfrm>
            <a:off x="556532" y="2632039"/>
            <a:ext cx="6189708" cy="2585323"/>
          </a:xfrm>
          <a:prstGeom prst="rect">
            <a:avLst/>
          </a:prstGeom>
          <a:noFill/>
        </p:spPr>
        <p:txBody>
          <a:bodyPr wrap="square" rtlCol="0">
            <a:spAutoFit/>
          </a:bodyPr>
          <a:lstStyle/>
          <a:p>
            <a:r>
              <a:rPr lang="en-GB" noProof="1"/>
              <a:t>The login screen uses two text input fields to collect an email address and password. A validation function compares the user’s input against predefined credentials and either displays an error message or redirects the user to the main application. This approach simulates a real authentication flow without requiring a backend database, making it suitable for a prototype application. Once entered correctly it prompts users to the option screen, where they can choose whether to create a new Trip or view the pre-existing trips.</a:t>
            </a:r>
          </a:p>
        </p:txBody>
      </p:sp>
      <p:pic>
        <p:nvPicPr>
          <p:cNvPr id="8" name="Picture 7">
            <a:extLst>
              <a:ext uri="{FF2B5EF4-FFF2-40B4-BE49-F238E27FC236}">
                <a16:creationId xmlns:a16="http://schemas.microsoft.com/office/drawing/2014/main" id="{E410FED6-FE8C-12E4-5F6D-6FB8A05250B0}"/>
              </a:ext>
            </a:extLst>
          </p:cNvPr>
          <p:cNvPicPr>
            <a:picLocks noChangeAspect="1"/>
          </p:cNvPicPr>
          <p:nvPr/>
        </p:nvPicPr>
        <p:blipFill>
          <a:blip r:embed="rId2"/>
          <a:stretch>
            <a:fillRect/>
          </a:stretch>
        </p:blipFill>
        <p:spPr>
          <a:xfrm>
            <a:off x="8057589" y="5217362"/>
            <a:ext cx="3709868" cy="1212669"/>
          </a:xfrm>
          <a:prstGeom prst="rect">
            <a:avLst/>
          </a:prstGeom>
        </p:spPr>
      </p:pic>
      <p:pic>
        <p:nvPicPr>
          <p:cNvPr id="12" name="Picture 11">
            <a:extLst>
              <a:ext uri="{FF2B5EF4-FFF2-40B4-BE49-F238E27FC236}">
                <a16:creationId xmlns:a16="http://schemas.microsoft.com/office/drawing/2014/main" id="{A1E1D529-A9C3-1D58-2F0A-B3EC6E457BC9}"/>
              </a:ext>
            </a:extLst>
          </p:cNvPr>
          <p:cNvPicPr>
            <a:picLocks noChangeAspect="1"/>
          </p:cNvPicPr>
          <p:nvPr/>
        </p:nvPicPr>
        <p:blipFill>
          <a:blip r:embed="rId3"/>
          <a:stretch>
            <a:fillRect/>
          </a:stretch>
        </p:blipFill>
        <p:spPr>
          <a:xfrm>
            <a:off x="8057590" y="1676400"/>
            <a:ext cx="3709867" cy="3326650"/>
          </a:xfrm>
          <a:prstGeom prst="rect">
            <a:avLst/>
          </a:prstGeom>
        </p:spPr>
      </p:pic>
    </p:spTree>
    <p:extLst>
      <p:ext uri="{BB962C8B-B14F-4D97-AF65-F5344CB8AC3E}">
        <p14:creationId xmlns:p14="http://schemas.microsoft.com/office/powerpoint/2010/main" val="3544995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D6B93A-2C60-3F8F-6351-39E310D3D7A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9DAA990-76D6-339A-A38F-CDE960EF0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B5DC72AE-7A3A-A655-E879-FEFED017F4B0}"/>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1">
                <a:solidFill>
                  <a:schemeClr val="bg1"/>
                </a:solidFill>
                <a:latin typeface="+mj-lt"/>
                <a:ea typeface="+mj-ea"/>
                <a:cs typeface="+mj-cs"/>
              </a:rPr>
              <a:t>Home Screen + Sign In Flow</a:t>
            </a:r>
          </a:p>
        </p:txBody>
      </p:sp>
      <p:pic>
        <p:nvPicPr>
          <p:cNvPr id="18" name="Picture 17">
            <a:extLst>
              <a:ext uri="{FF2B5EF4-FFF2-40B4-BE49-F238E27FC236}">
                <a16:creationId xmlns:a16="http://schemas.microsoft.com/office/drawing/2014/main" id="{7A6D809E-9E0A-01B8-1E59-892554278BF8}"/>
              </a:ext>
            </a:extLst>
          </p:cNvPr>
          <p:cNvPicPr>
            <a:picLocks noChangeAspect="1"/>
          </p:cNvPicPr>
          <p:nvPr/>
        </p:nvPicPr>
        <p:blipFill>
          <a:blip r:embed="rId2"/>
          <a:stretch>
            <a:fillRect/>
          </a:stretch>
        </p:blipFill>
        <p:spPr>
          <a:xfrm>
            <a:off x="10098167" y="1624357"/>
            <a:ext cx="1669291" cy="3609281"/>
          </a:xfrm>
          <a:prstGeom prst="rect">
            <a:avLst/>
          </a:prstGeom>
        </p:spPr>
      </p:pic>
      <p:pic>
        <p:nvPicPr>
          <p:cNvPr id="19" name="Picture 18">
            <a:extLst>
              <a:ext uri="{FF2B5EF4-FFF2-40B4-BE49-F238E27FC236}">
                <a16:creationId xmlns:a16="http://schemas.microsoft.com/office/drawing/2014/main" id="{665D3A6D-7B22-DC9B-9E6F-C3DD5B266EBC}"/>
              </a:ext>
            </a:extLst>
          </p:cNvPr>
          <p:cNvPicPr>
            <a:picLocks noChangeAspect="1"/>
          </p:cNvPicPr>
          <p:nvPr/>
        </p:nvPicPr>
        <p:blipFill>
          <a:blip r:embed="rId3"/>
          <a:stretch>
            <a:fillRect/>
          </a:stretch>
        </p:blipFill>
        <p:spPr>
          <a:xfrm>
            <a:off x="6767485" y="1624357"/>
            <a:ext cx="1669291" cy="3609280"/>
          </a:xfrm>
          <a:prstGeom prst="rect">
            <a:avLst/>
          </a:prstGeom>
        </p:spPr>
      </p:pic>
      <p:pic>
        <p:nvPicPr>
          <p:cNvPr id="20" name="Picture 19">
            <a:extLst>
              <a:ext uri="{FF2B5EF4-FFF2-40B4-BE49-F238E27FC236}">
                <a16:creationId xmlns:a16="http://schemas.microsoft.com/office/drawing/2014/main" id="{0CB3C14D-0217-C668-9D86-E462D4EC2091}"/>
              </a:ext>
            </a:extLst>
          </p:cNvPr>
          <p:cNvPicPr>
            <a:picLocks noChangeAspect="1"/>
          </p:cNvPicPr>
          <p:nvPr/>
        </p:nvPicPr>
        <p:blipFill>
          <a:blip r:embed="rId4"/>
          <a:stretch>
            <a:fillRect/>
          </a:stretch>
        </p:blipFill>
        <p:spPr>
          <a:xfrm>
            <a:off x="556532" y="1624358"/>
            <a:ext cx="1669290" cy="3609279"/>
          </a:xfrm>
          <a:prstGeom prst="rect">
            <a:avLst/>
          </a:prstGeom>
        </p:spPr>
      </p:pic>
      <p:pic>
        <p:nvPicPr>
          <p:cNvPr id="21" name="Picture 20">
            <a:extLst>
              <a:ext uri="{FF2B5EF4-FFF2-40B4-BE49-F238E27FC236}">
                <a16:creationId xmlns:a16="http://schemas.microsoft.com/office/drawing/2014/main" id="{1852EFA5-8630-3970-DCDA-E8E854462A32}"/>
              </a:ext>
            </a:extLst>
          </p:cNvPr>
          <p:cNvPicPr>
            <a:picLocks noChangeAspect="1"/>
          </p:cNvPicPr>
          <p:nvPr/>
        </p:nvPicPr>
        <p:blipFill>
          <a:blip r:embed="rId5"/>
          <a:stretch>
            <a:fillRect/>
          </a:stretch>
        </p:blipFill>
        <p:spPr>
          <a:xfrm>
            <a:off x="3755223" y="1624357"/>
            <a:ext cx="1669290" cy="3609279"/>
          </a:xfrm>
          <a:prstGeom prst="rect">
            <a:avLst/>
          </a:prstGeom>
        </p:spPr>
      </p:pic>
      <p:sp>
        <p:nvSpPr>
          <p:cNvPr id="22" name="TextBox 21">
            <a:extLst>
              <a:ext uri="{FF2B5EF4-FFF2-40B4-BE49-F238E27FC236}">
                <a16:creationId xmlns:a16="http://schemas.microsoft.com/office/drawing/2014/main" id="{AC9B3E8E-B803-EB7A-20A3-A0DC3895B784}"/>
              </a:ext>
            </a:extLst>
          </p:cNvPr>
          <p:cNvSpPr txBox="1"/>
          <p:nvPr/>
        </p:nvSpPr>
        <p:spPr>
          <a:xfrm>
            <a:off x="556533" y="5469692"/>
            <a:ext cx="1669290" cy="369332"/>
          </a:xfrm>
          <a:prstGeom prst="rect">
            <a:avLst/>
          </a:prstGeom>
          <a:noFill/>
        </p:spPr>
        <p:txBody>
          <a:bodyPr wrap="square" rtlCol="0">
            <a:spAutoFit/>
          </a:bodyPr>
          <a:lstStyle/>
          <a:p>
            <a:r>
              <a:rPr lang="en-GB" noProof="1"/>
              <a:t>Home Screen</a:t>
            </a:r>
          </a:p>
        </p:txBody>
      </p:sp>
      <p:sp>
        <p:nvSpPr>
          <p:cNvPr id="23" name="TextBox 22">
            <a:extLst>
              <a:ext uri="{FF2B5EF4-FFF2-40B4-BE49-F238E27FC236}">
                <a16:creationId xmlns:a16="http://schemas.microsoft.com/office/drawing/2014/main" id="{9213BA33-3D16-7B7A-AA89-C96F642F19ED}"/>
              </a:ext>
            </a:extLst>
          </p:cNvPr>
          <p:cNvSpPr txBox="1"/>
          <p:nvPr/>
        </p:nvSpPr>
        <p:spPr>
          <a:xfrm>
            <a:off x="3755223" y="5469692"/>
            <a:ext cx="1669290" cy="369332"/>
          </a:xfrm>
          <a:prstGeom prst="rect">
            <a:avLst/>
          </a:prstGeom>
          <a:noFill/>
        </p:spPr>
        <p:txBody>
          <a:bodyPr wrap="square" rtlCol="0">
            <a:spAutoFit/>
          </a:bodyPr>
          <a:lstStyle/>
          <a:p>
            <a:r>
              <a:rPr lang="en-GB" noProof="1"/>
              <a:t>Sign-in page</a:t>
            </a:r>
          </a:p>
        </p:txBody>
      </p:sp>
      <p:sp>
        <p:nvSpPr>
          <p:cNvPr id="24" name="TextBox 23">
            <a:extLst>
              <a:ext uri="{FF2B5EF4-FFF2-40B4-BE49-F238E27FC236}">
                <a16:creationId xmlns:a16="http://schemas.microsoft.com/office/drawing/2014/main" id="{56796667-7862-B471-00BC-C05E001F1E7B}"/>
              </a:ext>
            </a:extLst>
          </p:cNvPr>
          <p:cNvSpPr txBox="1"/>
          <p:nvPr/>
        </p:nvSpPr>
        <p:spPr>
          <a:xfrm>
            <a:off x="6767486" y="5469692"/>
            <a:ext cx="1669290" cy="646331"/>
          </a:xfrm>
          <a:prstGeom prst="rect">
            <a:avLst/>
          </a:prstGeom>
          <a:noFill/>
        </p:spPr>
        <p:txBody>
          <a:bodyPr wrap="square" rtlCol="0">
            <a:spAutoFit/>
          </a:bodyPr>
          <a:lstStyle/>
          <a:p>
            <a:r>
              <a:rPr lang="en-GB" noProof="1"/>
              <a:t>Filled in sign-in page</a:t>
            </a:r>
          </a:p>
        </p:txBody>
      </p:sp>
      <p:sp>
        <p:nvSpPr>
          <p:cNvPr id="25" name="TextBox 24">
            <a:extLst>
              <a:ext uri="{FF2B5EF4-FFF2-40B4-BE49-F238E27FC236}">
                <a16:creationId xmlns:a16="http://schemas.microsoft.com/office/drawing/2014/main" id="{E3251C4B-AA4B-9BAA-C1E9-CFA374238372}"/>
              </a:ext>
            </a:extLst>
          </p:cNvPr>
          <p:cNvSpPr txBox="1"/>
          <p:nvPr/>
        </p:nvSpPr>
        <p:spPr>
          <a:xfrm>
            <a:off x="10098167" y="5438696"/>
            <a:ext cx="1669290" cy="646331"/>
          </a:xfrm>
          <a:prstGeom prst="rect">
            <a:avLst/>
          </a:prstGeom>
          <a:noFill/>
        </p:spPr>
        <p:txBody>
          <a:bodyPr wrap="square" rtlCol="0">
            <a:spAutoFit/>
          </a:bodyPr>
          <a:lstStyle/>
          <a:p>
            <a:r>
              <a:rPr lang="en-GB" noProof="1"/>
              <a:t>Option screen once signed in</a:t>
            </a:r>
          </a:p>
        </p:txBody>
      </p:sp>
    </p:spTree>
    <p:extLst>
      <p:ext uri="{BB962C8B-B14F-4D97-AF65-F5344CB8AC3E}">
        <p14:creationId xmlns:p14="http://schemas.microsoft.com/office/powerpoint/2010/main" val="3747716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E095C2-277A-407F-5A36-184430D82EC3}"/>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44FBA304-60C4-FA44-B482-383050631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DC3851BB-9450-E195-BF15-89BE4022627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1">
                <a:solidFill>
                  <a:schemeClr val="bg1"/>
                </a:solidFill>
                <a:latin typeface="+mj-lt"/>
                <a:ea typeface="+mj-ea"/>
                <a:cs typeface="+mj-cs"/>
              </a:rPr>
              <a:t>Questionnaire</a:t>
            </a:r>
          </a:p>
        </p:txBody>
      </p:sp>
      <p:pic>
        <p:nvPicPr>
          <p:cNvPr id="4" name="Picture 3">
            <a:extLst>
              <a:ext uri="{FF2B5EF4-FFF2-40B4-BE49-F238E27FC236}">
                <a16:creationId xmlns:a16="http://schemas.microsoft.com/office/drawing/2014/main" id="{88CBE029-2896-79BD-AA97-D7A1784ED206}"/>
              </a:ext>
            </a:extLst>
          </p:cNvPr>
          <p:cNvPicPr>
            <a:picLocks noChangeAspect="1"/>
          </p:cNvPicPr>
          <p:nvPr/>
        </p:nvPicPr>
        <p:blipFill>
          <a:blip r:embed="rId2"/>
          <a:stretch>
            <a:fillRect/>
          </a:stretch>
        </p:blipFill>
        <p:spPr>
          <a:xfrm>
            <a:off x="7055757" y="2857500"/>
            <a:ext cx="4711700" cy="579902"/>
          </a:xfrm>
          <a:prstGeom prst="rect">
            <a:avLst/>
          </a:prstGeom>
        </p:spPr>
      </p:pic>
      <p:pic>
        <p:nvPicPr>
          <p:cNvPr id="7" name="Picture 6">
            <a:extLst>
              <a:ext uri="{FF2B5EF4-FFF2-40B4-BE49-F238E27FC236}">
                <a16:creationId xmlns:a16="http://schemas.microsoft.com/office/drawing/2014/main" id="{1C964CA0-507B-BF36-ED85-CB8173B08F7A}"/>
              </a:ext>
            </a:extLst>
          </p:cNvPr>
          <p:cNvPicPr>
            <a:picLocks noChangeAspect="1"/>
          </p:cNvPicPr>
          <p:nvPr/>
        </p:nvPicPr>
        <p:blipFill>
          <a:blip r:embed="rId3"/>
          <a:stretch>
            <a:fillRect/>
          </a:stretch>
        </p:blipFill>
        <p:spPr>
          <a:xfrm>
            <a:off x="7055757" y="4427160"/>
            <a:ext cx="4711700" cy="685800"/>
          </a:xfrm>
          <a:prstGeom prst="rect">
            <a:avLst/>
          </a:prstGeom>
        </p:spPr>
      </p:pic>
      <p:sp>
        <p:nvSpPr>
          <p:cNvPr id="12" name="TextBox 11">
            <a:extLst>
              <a:ext uri="{FF2B5EF4-FFF2-40B4-BE49-F238E27FC236}">
                <a16:creationId xmlns:a16="http://schemas.microsoft.com/office/drawing/2014/main" id="{801DAAD4-BA3B-C744-72B8-3E69F22142E6}"/>
              </a:ext>
            </a:extLst>
          </p:cNvPr>
          <p:cNvSpPr txBox="1"/>
          <p:nvPr/>
        </p:nvSpPr>
        <p:spPr>
          <a:xfrm>
            <a:off x="556532" y="2857500"/>
            <a:ext cx="6029325" cy="3139321"/>
          </a:xfrm>
          <a:prstGeom prst="rect">
            <a:avLst/>
          </a:prstGeom>
          <a:noFill/>
        </p:spPr>
        <p:txBody>
          <a:bodyPr wrap="square" rtlCol="0">
            <a:spAutoFit/>
          </a:bodyPr>
          <a:lstStyle/>
          <a:p>
            <a:r>
              <a:rPr lang="en-GB" noProof="1"/>
              <a:t>The Temperature Preference screen is the first stage of the destination selection questionnaire. Users are presented with five climate options: Hot, Warm, Mild, Cold and Freezing. When an option is selected, the choice is stored in the application’s Travel Context using the updateTravelData() function. This allows the preference to persist across multiple screens and be used later when filtering destinations. After the selection is saved, the user is automatically navigated to the Rain Preference screen to continue the questionnaire.</a:t>
            </a:r>
          </a:p>
          <a:p>
            <a:endParaRPr lang="en-GB" noProof="1"/>
          </a:p>
        </p:txBody>
      </p:sp>
    </p:spTree>
    <p:extLst>
      <p:ext uri="{BB962C8B-B14F-4D97-AF65-F5344CB8AC3E}">
        <p14:creationId xmlns:p14="http://schemas.microsoft.com/office/powerpoint/2010/main" val="14704279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87A362-D0E7-D0E8-F73C-FA8225F1482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B0F4A2D8-201E-44EB-3E94-1BF303EDB3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5C4D6293-EAF5-8229-32AB-0D9FB21FFC99}"/>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1">
                <a:solidFill>
                  <a:schemeClr val="bg1"/>
                </a:solidFill>
                <a:latin typeface="+mj-lt"/>
                <a:ea typeface="+mj-ea"/>
                <a:cs typeface="+mj-cs"/>
              </a:rPr>
              <a:t>Questionnaire</a:t>
            </a:r>
          </a:p>
        </p:txBody>
      </p:sp>
      <p:sp>
        <p:nvSpPr>
          <p:cNvPr id="9" name="TextBox 8">
            <a:extLst>
              <a:ext uri="{FF2B5EF4-FFF2-40B4-BE49-F238E27FC236}">
                <a16:creationId xmlns:a16="http://schemas.microsoft.com/office/drawing/2014/main" id="{AF504548-2D9E-AAA8-81C8-BB980D122191}"/>
              </a:ext>
            </a:extLst>
          </p:cNvPr>
          <p:cNvSpPr txBox="1"/>
          <p:nvPr/>
        </p:nvSpPr>
        <p:spPr>
          <a:xfrm>
            <a:off x="5520826" y="5209534"/>
            <a:ext cx="1845999" cy="646331"/>
          </a:xfrm>
          <a:prstGeom prst="rect">
            <a:avLst/>
          </a:prstGeom>
          <a:noFill/>
        </p:spPr>
        <p:txBody>
          <a:bodyPr wrap="square" rtlCol="0">
            <a:spAutoFit/>
          </a:bodyPr>
          <a:lstStyle/>
          <a:p>
            <a:r>
              <a:rPr lang="en-GB" noProof="1"/>
              <a:t>Rain Preference Question Screen</a:t>
            </a:r>
          </a:p>
        </p:txBody>
      </p:sp>
      <p:pic>
        <p:nvPicPr>
          <p:cNvPr id="4" name="Picture 3">
            <a:extLst>
              <a:ext uri="{FF2B5EF4-FFF2-40B4-BE49-F238E27FC236}">
                <a16:creationId xmlns:a16="http://schemas.microsoft.com/office/drawing/2014/main" id="{DC0EB073-D0FB-99ED-20AD-EAFD0F2CBBD1}"/>
              </a:ext>
            </a:extLst>
          </p:cNvPr>
          <p:cNvPicPr>
            <a:picLocks noChangeAspect="1"/>
          </p:cNvPicPr>
          <p:nvPr/>
        </p:nvPicPr>
        <p:blipFill>
          <a:blip r:embed="rId2"/>
          <a:stretch>
            <a:fillRect/>
          </a:stretch>
        </p:blipFill>
        <p:spPr>
          <a:xfrm>
            <a:off x="556532" y="1741581"/>
            <a:ext cx="3961228" cy="3114675"/>
          </a:xfrm>
          <a:prstGeom prst="rect">
            <a:avLst/>
          </a:prstGeom>
        </p:spPr>
      </p:pic>
      <p:pic>
        <p:nvPicPr>
          <p:cNvPr id="7" name="Picture 6">
            <a:extLst>
              <a:ext uri="{FF2B5EF4-FFF2-40B4-BE49-F238E27FC236}">
                <a16:creationId xmlns:a16="http://schemas.microsoft.com/office/drawing/2014/main" id="{58A4F72C-F561-D75B-54A3-77004E8C823B}"/>
              </a:ext>
            </a:extLst>
          </p:cNvPr>
          <p:cNvPicPr>
            <a:picLocks noChangeAspect="1"/>
          </p:cNvPicPr>
          <p:nvPr/>
        </p:nvPicPr>
        <p:blipFill>
          <a:blip r:embed="rId3"/>
          <a:stretch>
            <a:fillRect/>
          </a:stretch>
        </p:blipFill>
        <p:spPr>
          <a:xfrm>
            <a:off x="8119101" y="1741582"/>
            <a:ext cx="3516368" cy="3114674"/>
          </a:xfrm>
          <a:prstGeom prst="rect">
            <a:avLst/>
          </a:prstGeom>
        </p:spPr>
      </p:pic>
      <p:pic>
        <p:nvPicPr>
          <p:cNvPr id="13" name="Picture 12">
            <a:extLst>
              <a:ext uri="{FF2B5EF4-FFF2-40B4-BE49-F238E27FC236}">
                <a16:creationId xmlns:a16="http://schemas.microsoft.com/office/drawing/2014/main" id="{AA9E97AC-7FB5-69D4-8298-E61D3EBD1A62}"/>
              </a:ext>
            </a:extLst>
          </p:cNvPr>
          <p:cNvPicPr>
            <a:picLocks noChangeAspect="1"/>
          </p:cNvPicPr>
          <p:nvPr/>
        </p:nvPicPr>
        <p:blipFill>
          <a:blip r:embed="rId4"/>
          <a:stretch>
            <a:fillRect/>
          </a:stretch>
        </p:blipFill>
        <p:spPr>
          <a:xfrm>
            <a:off x="5100656" y="1741581"/>
            <a:ext cx="2686341" cy="3114675"/>
          </a:xfrm>
          <a:prstGeom prst="rect">
            <a:avLst/>
          </a:prstGeom>
        </p:spPr>
      </p:pic>
      <p:sp>
        <p:nvSpPr>
          <p:cNvPr id="14" name="TextBox 13">
            <a:extLst>
              <a:ext uri="{FF2B5EF4-FFF2-40B4-BE49-F238E27FC236}">
                <a16:creationId xmlns:a16="http://schemas.microsoft.com/office/drawing/2014/main" id="{362DD115-FE1F-1C67-2DB7-2495BE5BB4C4}"/>
              </a:ext>
            </a:extLst>
          </p:cNvPr>
          <p:cNvSpPr txBox="1"/>
          <p:nvPr/>
        </p:nvSpPr>
        <p:spPr>
          <a:xfrm>
            <a:off x="8952573" y="5209533"/>
            <a:ext cx="2234539" cy="646331"/>
          </a:xfrm>
          <a:prstGeom prst="rect">
            <a:avLst/>
          </a:prstGeom>
          <a:noFill/>
        </p:spPr>
        <p:txBody>
          <a:bodyPr wrap="square" rtlCol="0">
            <a:spAutoFit/>
          </a:bodyPr>
          <a:lstStyle/>
          <a:p>
            <a:r>
              <a:rPr lang="en-GB" noProof="1"/>
              <a:t>Humidity Preference Question Screen</a:t>
            </a:r>
          </a:p>
        </p:txBody>
      </p:sp>
      <p:sp>
        <p:nvSpPr>
          <p:cNvPr id="15" name="TextBox 14">
            <a:extLst>
              <a:ext uri="{FF2B5EF4-FFF2-40B4-BE49-F238E27FC236}">
                <a16:creationId xmlns:a16="http://schemas.microsoft.com/office/drawing/2014/main" id="{5064ED0E-EFFA-E0FB-91A2-32B7C70D58F2}"/>
              </a:ext>
            </a:extLst>
          </p:cNvPr>
          <p:cNvSpPr txBox="1"/>
          <p:nvPr/>
        </p:nvSpPr>
        <p:spPr>
          <a:xfrm>
            <a:off x="1614146" y="5209532"/>
            <a:ext cx="1845999" cy="646331"/>
          </a:xfrm>
          <a:prstGeom prst="rect">
            <a:avLst/>
          </a:prstGeom>
          <a:noFill/>
        </p:spPr>
        <p:txBody>
          <a:bodyPr wrap="square" rtlCol="0">
            <a:spAutoFit/>
          </a:bodyPr>
          <a:lstStyle/>
          <a:p>
            <a:r>
              <a:rPr lang="en-GB" noProof="1"/>
              <a:t>Budget Question Screen</a:t>
            </a:r>
          </a:p>
        </p:txBody>
      </p:sp>
    </p:spTree>
    <p:extLst>
      <p:ext uri="{BB962C8B-B14F-4D97-AF65-F5344CB8AC3E}">
        <p14:creationId xmlns:p14="http://schemas.microsoft.com/office/powerpoint/2010/main" val="7363742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EC77B9-A5E6-7112-4CB2-D992190EB251}"/>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802672B-7212-8A07-C7BA-0A542D7AB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05C34F32-5DEF-BD72-80A5-6C76C5D7E14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1">
                <a:solidFill>
                  <a:schemeClr val="bg1"/>
                </a:solidFill>
                <a:latin typeface="+mj-lt"/>
                <a:ea typeface="+mj-ea"/>
                <a:cs typeface="+mj-cs"/>
              </a:rPr>
              <a:t>Dataset</a:t>
            </a:r>
          </a:p>
        </p:txBody>
      </p:sp>
      <p:pic>
        <p:nvPicPr>
          <p:cNvPr id="6" name="Picture 5">
            <a:extLst>
              <a:ext uri="{FF2B5EF4-FFF2-40B4-BE49-F238E27FC236}">
                <a16:creationId xmlns:a16="http://schemas.microsoft.com/office/drawing/2014/main" id="{4C6D318E-6740-F873-6332-754575BCE4B0}"/>
              </a:ext>
            </a:extLst>
          </p:cNvPr>
          <p:cNvPicPr>
            <a:picLocks noChangeAspect="1"/>
          </p:cNvPicPr>
          <p:nvPr/>
        </p:nvPicPr>
        <p:blipFill>
          <a:blip r:embed="rId2"/>
          <a:stretch>
            <a:fillRect/>
          </a:stretch>
        </p:blipFill>
        <p:spPr>
          <a:xfrm>
            <a:off x="4200568" y="1548226"/>
            <a:ext cx="3922852" cy="3178175"/>
          </a:xfrm>
          <a:prstGeom prst="rect">
            <a:avLst/>
          </a:prstGeom>
        </p:spPr>
      </p:pic>
      <p:sp>
        <p:nvSpPr>
          <p:cNvPr id="7" name="TextBox 6">
            <a:extLst>
              <a:ext uri="{FF2B5EF4-FFF2-40B4-BE49-F238E27FC236}">
                <a16:creationId xmlns:a16="http://schemas.microsoft.com/office/drawing/2014/main" id="{5436C733-D5DA-15A3-BB0E-D625E9FF9A18}"/>
              </a:ext>
            </a:extLst>
          </p:cNvPr>
          <p:cNvSpPr txBox="1"/>
          <p:nvPr/>
        </p:nvSpPr>
        <p:spPr>
          <a:xfrm>
            <a:off x="387803" y="4886324"/>
            <a:ext cx="11416393" cy="1754326"/>
          </a:xfrm>
          <a:prstGeom prst="rect">
            <a:avLst/>
          </a:prstGeom>
          <a:noFill/>
        </p:spPr>
        <p:txBody>
          <a:bodyPr wrap="square" rtlCol="0">
            <a:spAutoFit/>
          </a:bodyPr>
          <a:lstStyle/>
          <a:p>
            <a:r>
              <a:rPr lang="en-GB" noProof="1"/>
              <a:t>I created a JSON dataset for the travel recommendation system, which contained destinations from all over the world with attributes such as location, budget level and climate information. Each city was categorised using simplified temperature, rainfall and humidity values that directly correspond to the options presented in the user questionnaire, so the app could filter destinations based on user preferences and generate personalised travel recommendations. Using a local dataset rather than an external API improved performance and provided full control over the quality and consistency of destination information used throughout the application.</a:t>
            </a:r>
          </a:p>
        </p:txBody>
      </p:sp>
    </p:spTree>
    <p:extLst>
      <p:ext uri="{BB962C8B-B14F-4D97-AF65-F5344CB8AC3E}">
        <p14:creationId xmlns:p14="http://schemas.microsoft.com/office/powerpoint/2010/main" val="2228841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0DB9FF-ADCB-F21A-896F-0B6967EB11BA}"/>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9EE1911-FAAB-7B8D-3F2A-373CA50DC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CAD3A9BD-2DFE-088F-B37C-B7F6CCABBB11}"/>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1">
                <a:solidFill>
                  <a:schemeClr val="bg1"/>
                </a:solidFill>
                <a:latin typeface="+mj-lt"/>
                <a:ea typeface="+mj-ea"/>
                <a:cs typeface="+mj-cs"/>
              </a:rPr>
              <a:t>Filtering Logic + Results Page</a:t>
            </a:r>
          </a:p>
        </p:txBody>
      </p:sp>
      <p:sp>
        <p:nvSpPr>
          <p:cNvPr id="9" name="TextBox 8">
            <a:extLst>
              <a:ext uri="{FF2B5EF4-FFF2-40B4-BE49-F238E27FC236}">
                <a16:creationId xmlns:a16="http://schemas.microsoft.com/office/drawing/2014/main" id="{8C9F9CB2-607E-944C-AFFE-05EC59566B76}"/>
              </a:ext>
            </a:extLst>
          </p:cNvPr>
          <p:cNvSpPr txBox="1"/>
          <p:nvPr/>
        </p:nvSpPr>
        <p:spPr>
          <a:xfrm>
            <a:off x="556532" y="2005974"/>
            <a:ext cx="5309018" cy="3970318"/>
          </a:xfrm>
          <a:prstGeom prst="rect">
            <a:avLst/>
          </a:prstGeom>
          <a:noFill/>
        </p:spPr>
        <p:txBody>
          <a:bodyPr wrap="square" rtlCol="0">
            <a:spAutoFit/>
          </a:bodyPr>
          <a:lstStyle/>
          <a:p>
            <a:r>
              <a:rPr lang="en-GB" noProof="1"/>
              <a:t>The recommendation system uses a filtering algorithm to compare the user’s questionnaire responses against the destination dataset. The application filters cities based on three weather-related criteria: temperature, rainfall and humidity. If an exact match is found, those destinations are returned as recommendations. To improve usability, a fallback system was also implemented which filters destinations using only the temperature preference if no exact matches exist. This ensures that users always receive a destination recommendation while still prioritising locations that closely match their preferences.</a:t>
            </a:r>
          </a:p>
          <a:p>
            <a:endParaRPr lang="en-GB" noProof="1"/>
          </a:p>
        </p:txBody>
      </p:sp>
      <p:pic>
        <p:nvPicPr>
          <p:cNvPr id="4" name="Picture 3">
            <a:extLst>
              <a:ext uri="{FF2B5EF4-FFF2-40B4-BE49-F238E27FC236}">
                <a16:creationId xmlns:a16="http://schemas.microsoft.com/office/drawing/2014/main" id="{DC6EE4A2-E063-9619-E973-49846084F106}"/>
              </a:ext>
            </a:extLst>
          </p:cNvPr>
          <p:cNvPicPr>
            <a:picLocks noChangeAspect="1"/>
          </p:cNvPicPr>
          <p:nvPr/>
        </p:nvPicPr>
        <p:blipFill>
          <a:blip r:embed="rId2"/>
          <a:stretch>
            <a:fillRect/>
          </a:stretch>
        </p:blipFill>
        <p:spPr>
          <a:xfrm>
            <a:off x="6201264" y="1741646"/>
            <a:ext cx="5309018" cy="2197245"/>
          </a:xfrm>
          <a:prstGeom prst="rect">
            <a:avLst/>
          </a:prstGeom>
        </p:spPr>
      </p:pic>
      <p:pic>
        <p:nvPicPr>
          <p:cNvPr id="10" name="Picture 9">
            <a:extLst>
              <a:ext uri="{FF2B5EF4-FFF2-40B4-BE49-F238E27FC236}">
                <a16:creationId xmlns:a16="http://schemas.microsoft.com/office/drawing/2014/main" id="{0346BEB4-3702-EFE1-76D6-87733AE032FD}"/>
              </a:ext>
            </a:extLst>
          </p:cNvPr>
          <p:cNvPicPr>
            <a:picLocks noChangeAspect="1"/>
          </p:cNvPicPr>
          <p:nvPr/>
        </p:nvPicPr>
        <p:blipFill>
          <a:blip r:embed="rId3"/>
          <a:stretch>
            <a:fillRect/>
          </a:stretch>
        </p:blipFill>
        <p:spPr>
          <a:xfrm>
            <a:off x="5865550" y="4244463"/>
            <a:ext cx="5973344" cy="1883263"/>
          </a:xfrm>
          <a:prstGeom prst="rect">
            <a:avLst/>
          </a:prstGeom>
        </p:spPr>
      </p:pic>
    </p:spTree>
    <p:extLst>
      <p:ext uri="{BB962C8B-B14F-4D97-AF65-F5344CB8AC3E}">
        <p14:creationId xmlns:p14="http://schemas.microsoft.com/office/powerpoint/2010/main" val="2519614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804A55-4766-BFA2-ADEF-0CB5FF433545}"/>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1DFCB6EA-7754-4823-1C0F-AE4107A17B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91628A81-E63D-6DA3-54C1-93C5352BA269}"/>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1">
                <a:solidFill>
                  <a:schemeClr val="bg1"/>
                </a:solidFill>
                <a:latin typeface="+mj-lt"/>
                <a:ea typeface="+mj-ea"/>
                <a:cs typeface="+mj-cs"/>
              </a:rPr>
              <a:t>Results Page</a:t>
            </a:r>
          </a:p>
        </p:txBody>
      </p:sp>
      <p:sp>
        <p:nvSpPr>
          <p:cNvPr id="9" name="TextBox 8">
            <a:extLst>
              <a:ext uri="{FF2B5EF4-FFF2-40B4-BE49-F238E27FC236}">
                <a16:creationId xmlns:a16="http://schemas.microsoft.com/office/drawing/2014/main" id="{3F408C31-D78B-4726-0FDF-73313E3E2A23}"/>
              </a:ext>
            </a:extLst>
          </p:cNvPr>
          <p:cNvSpPr txBox="1"/>
          <p:nvPr/>
        </p:nvSpPr>
        <p:spPr>
          <a:xfrm>
            <a:off x="8072438" y="1936439"/>
            <a:ext cx="3695019" cy="4278094"/>
          </a:xfrm>
          <a:prstGeom prst="rect">
            <a:avLst/>
          </a:prstGeom>
          <a:noFill/>
        </p:spPr>
        <p:txBody>
          <a:bodyPr wrap="square" rtlCol="0">
            <a:spAutoFit/>
          </a:bodyPr>
          <a:lstStyle/>
          <a:p>
            <a:r>
              <a:rPr lang="en-US" sz="1600" dirty="0"/>
              <a:t>The Results Page displays the final destination recommendation generated from the user’s responses. It takes the city data and presents it in a visually engaging format, including the destination name, country and a short explanation of why the location was recommended. Additional information is </a:t>
            </a:r>
            <a:r>
              <a:rPr lang="en-US" sz="1600" dirty="0" err="1"/>
              <a:t>organised</a:t>
            </a:r>
            <a:r>
              <a:rPr lang="en-US" sz="1600" dirty="0"/>
              <a:t> into information cards, showing details such as budget level, best season and average trip length. The page also includes a “Start over” button, allowing users to restart the questionnaire, and a save trip option so the chosen destination can be stored and viewed later in the Saved Trips section.</a:t>
            </a:r>
          </a:p>
        </p:txBody>
      </p:sp>
      <p:pic>
        <p:nvPicPr>
          <p:cNvPr id="4" name="Picture 3">
            <a:extLst>
              <a:ext uri="{FF2B5EF4-FFF2-40B4-BE49-F238E27FC236}">
                <a16:creationId xmlns:a16="http://schemas.microsoft.com/office/drawing/2014/main" id="{28CBD507-E407-B5C8-AADA-4790E64F4DE9}"/>
              </a:ext>
            </a:extLst>
          </p:cNvPr>
          <p:cNvPicPr>
            <a:picLocks noChangeAspect="1"/>
          </p:cNvPicPr>
          <p:nvPr/>
        </p:nvPicPr>
        <p:blipFill>
          <a:blip r:embed="rId2"/>
          <a:stretch>
            <a:fillRect/>
          </a:stretch>
        </p:blipFill>
        <p:spPr>
          <a:xfrm>
            <a:off x="2785526" y="2368454"/>
            <a:ext cx="5154223" cy="2890812"/>
          </a:xfrm>
          <a:prstGeom prst="rect">
            <a:avLst/>
          </a:prstGeom>
        </p:spPr>
      </p:pic>
      <p:pic>
        <p:nvPicPr>
          <p:cNvPr id="10" name="Picture 9">
            <a:extLst>
              <a:ext uri="{FF2B5EF4-FFF2-40B4-BE49-F238E27FC236}">
                <a16:creationId xmlns:a16="http://schemas.microsoft.com/office/drawing/2014/main" id="{653B5171-01E4-1A98-2207-9416A56B90DF}"/>
              </a:ext>
            </a:extLst>
          </p:cNvPr>
          <p:cNvPicPr>
            <a:picLocks noChangeAspect="1"/>
          </p:cNvPicPr>
          <p:nvPr/>
        </p:nvPicPr>
        <p:blipFill>
          <a:blip r:embed="rId3"/>
          <a:stretch>
            <a:fillRect/>
          </a:stretch>
        </p:blipFill>
        <p:spPr>
          <a:xfrm>
            <a:off x="556532" y="1685023"/>
            <a:ext cx="1967409" cy="4257675"/>
          </a:xfrm>
          <a:prstGeom prst="rect">
            <a:avLst/>
          </a:prstGeom>
        </p:spPr>
      </p:pic>
    </p:spTree>
    <p:extLst>
      <p:ext uri="{BB962C8B-B14F-4D97-AF65-F5344CB8AC3E}">
        <p14:creationId xmlns:p14="http://schemas.microsoft.com/office/powerpoint/2010/main" val="3358147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104972-5602-714B-E67E-B741CC0ED952}"/>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F1DAA295-2CD5-A538-995D-1A7BAFBC9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4DACBD14-DB4D-88C6-C023-0118E9EEE43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1">
                <a:solidFill>
                  <a:schemeClr val="bg1"/>
                </a:solidFill>
                <a:latin typeface="+mj-lt"/>
                <a:ea typeface="+mj-ea"/>
                <a:cs typeface="+mj-cs"/>
              </a:rPr>
              <a:t>Save Trip Feature</a:t>
            </a:r>
          </a:p>
        </p:txBody>
      </p:sp>
      <p:sp>
        <p:nvSpPr>
          <p:cNvPr id="9" name="TextBox 8">
            <a:extLst>
              <a:ext uri="{FF2B5EF4-FFF2-40B4-BE49-F238E27FC236}">
                <a16:creationId xmlns:a16="http://schemas.microsoft.com/office/drawing/2014/main" id="{ACC37F39-0308-283E-F60E-57D5003129B2}"/>
              </a:ext>
            </a:extLst>
          </p:cNvPr>
          <p:cNvSpPr txBox="1"/>
          <p:nvPr/>
        </p:nvSpPr>
        <p:spPr>
          <a:xfrm>
            <a:off x="556532" y="2117725"/>
            <a:ext cx="6189708" cy="3416320"/>
          </a:xfrm>
          <a:prstGeom prst="rect">
            <a:avLst/>
          </a:prstGeom>
          <a:noFill/>
        </p:spPr>
        <p:txBody>
          <a:bodyPr wrap="square" rtlCol="0">
            <a:spAutoFit/>
          </a:bodyPr>
          <a:lstStyle/>
          <a:p>
            <a:r>
              <a:rPr lang="en-US" dirty="0"/>
              <a:t>The Save Trip feature allows users to store recommended destinations for future reference. When the save button is pressed, a trip object containing information such as the city, country, travel dates, description, image, budget level and average trip duration is created and passed to the </a:t>
            </a:r>
            <a:r>
              <a:rPr lang="en-US" dirty="0" err="1"/>
              <a:t>saveTrip</a:t>
            </a:r>
            <a:r>
              <a:rPr lang="en-US" dirty="0"/>
              <a:t>() function. This function adds the trip to the existing saved trips array and stores the updated data using React Native’s </a:t>
            </a:r>
            <a:r>
              <a:rPr lang="en-US" dirty="0" err="1"/>
              <a:t>AsyncStorage</a:t>
            </a:r>
            <a:r>
              <a:rPr lang="en-US" dirty="0"/>
              <a:t>, ensuring that trips remain available even after the application is closed. Once the trip has been saved successfully, the user is redirected to the Saved Trips page, providing a seamless way to revisit and manage previously selected destinations.</a:t>
            </a:r>
          </a:p>
        </p:txBody>
      </p:sp>
      <p:pic>
        <p:nvPicPr>
          <p:cNvPr id="4" name="Picture 3">
            <a:extLst>
              <a:ext uri="{FF2B5EF4-FFF2-40B4-BE49-F238E27FC236}">
                <a16:creationId xmlns:a16="http://schemas.microsoft.com/office/drawing/2014/main" id="{ADC0547D-B4B2-3A53-C4E7-5A965C4AC975}"/>
              </a:ext>
            </a:extLst>
          </p:cNvPr>
          <p:cNvPicPr>
            <a:picLocks noChangeAspect="1"/>
          </p:cNvPicPr>
          <p:nvPr/>
        </p:nvPicPr>
        <p:blipFill>
          <a:blip r:embed="rId2"/>
          <a:stretch>
            <a:fillRect/>
          </a:stretch>
        </p:blipFill>
        <p:spPr>
          <a:xfrm>
            <a:off x="7861300" y="2117725"/>
            <a:ext cx="3657600" cy="2438400"/>
          </a:xfrm>
          <a:prstGeom prst="rect">
            <a:avLst/>
          </a:prstGeom>
        </p:spPr>
      </p:pic>
      <p:pic>
        <p:nvPicPr>
          <p:cNvPr id="10" name="Picture 9">
            <a:extLst>
              <a:ext uri="{FF2B5EF4-FFF2-40B4-BE49-F238E27FC236}">
                <a16:creationId xmlns:a16="http://schemas.microsoft.com/office/drawing/2014/main" id="{F5037EEC-7F8B-BDED-4ECA-E3FF699DE30A}"/>
              </a:ext>
            </a:extLst>
          </p:cNvPr>
          <p:cNvPicPr>
            <a:picLocks noChangeAspect="1"/>
          </p:cNvPicPr>
          <p:nvPr/>
        </p:nvPicPr>
        <p:blipFill>
          <a:blip r:embed="rId3"/>
          <a:stretch>
            <a:fillRect/>
          </a:stretch>
        </p:blipFill>
        <p:spPr>
          <a:xfrm>
            <a:off x="6892597" y="4802947"/>
            <a:ext cx="4626303" cy="482600"/>
          </a:xfrm>
          <a:prstGeom prst="rect">
            <a:avLst/>
          </a:prstGeom>
        </p:spPr>
      </p:pic>
    </p:spTree>
    <p:extLst>
      <p:ext uri="{BB962C8B-B14F-4D97-AF65-F5344CB8AC3E}">
        <p14:creationId xmlns:p14="http://schemas.microsoft.com/office/powerpoint/2010/main" val="2515358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E74C82-56B3-32B4-EC12-BCF7D16E7265}"/>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A681082-94F8-ABC2-A5CE-0FDF163E2A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66E2EB4E-C666-E75F-2C0D-58EB4FEB463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1">
                <a:solidFill>
                  <a:schemeClr val="bg1"/>
                </a:solidFill>
                <a:latin typeface="+mj-lt"/>
                <a:ea typeface="+mj-ea"/>
                <a:cs typeface="+mj-cs"/>
              </a:rPr>
              <a:t>Saved Trips Page</a:t>
            </a:r>
          </a:p>
        </p:txBody>
      </p:sp>
      <p:sp>
        <p:nvSpPr>
          <p:cNvPr id="9" name="TextBox 8">
            <a:extLst>
              <a:ext uri="{FF2B5EF4-FFF2-40B4-BE49-F238E27FC236}">
                <a16:creationId xmlns:a16="http://schemas.microsoft.com/office/drawing/2014/main" id="{2CE7C605-D8E5-4F7B-75EA-184540A96989}"/>
              </a:ext>
            </a:extLst>
          </p:cNvPr>
          <p:cNvSpPr txBox="1"/>
          <p:nvPr/>
        </p:nvSpPr>
        <p:spPr>
          <a:xfrm>
            <a:off x="5577749" y="1928123"/>
            <a:ext cx="6189708" cy="3970318"/>
          </a:xfrm>
          <a:prstGeom prst="rect">
            <a:avLst/>
          </a:prstGeom>
          <a:noFill/>
        </p:spPr>
        <p:txBody>
          <a:bodyPr wrap="square" rtlCol="0">
            <a:spAutoFit/>
          </a:bodyPr>
          <a:lstStyle/>
          <a:p>
            <a:r>
              <a:rPr lang="en-US" dirty="0"/>
              <a:t>The Saved Trips page acts as a personal destination library where users can access and manage trips they have previously saved. Each trip is displayed as a card containing key information, including the destination name, travel dates and a short description, allowing users to quickly review their selections. Users can choose to view additional information through the View Trip Details button or remove unwanted destinations using the Remove Trip button. The page also includes an Add New Trip button, which returns the user to the questionnaire to discover another destination, and a Log Out button to exit the application. This feature improves the overall user experience by providing persistent storage and easy access to previously generated travel recommendations.</a:t>
            </a:r>
          </a:p>
        </p:txBody>
      </p:sp>
      <p:pic>
        <p:nvPicPr>
          <p:cNvPr id="4" name="Picture 3">
            <a:extLst>
              <a:ext uri="{FF2B5EF4-FFF2-40B4-BE49-F238E27FC236}">
                <a16:creationId xmlns:a16="http://schemas.microsoft.com/office/drawing/2014/main" id="{C8A9F526-0E9C-6BA3-B8AF-48FF48B5D3EA}"/>
              </a:ext>
            </a:extLst>
          </p:cNvPr>
          <p:cNvPicPr>
            <a:picLocks noChangeAspect="1"/>
          </p:cNvPicPr>
          <p:nvPr/>
        </p:nvPicPr>
        <p:blipFill>
          <a:blip r:embed="rId2"/>
          <a:stretch>
            <a:fillRect/>
          </a:stretch>
        </p:blipFill>
        <p:spPr>
          <a:xfrm>
            <a:off x="1870982" y="1741582"/>
            <a:ext cx="2007022" cy="4343400"/>
          </a:xfrm>
          <a:prstGeom prst="rect">
            <a:avLst/>
          </a:prstGeom>
        </p:spPr>
      </p:pic>
    </p:spTree>
    <p:extLst>
      <p:ext uri="{BB962C8B-B14F-4D97-AF65-F5344CB8AC3E}">
        <p14:creationId xmlns:p14="http://schemas.microsoft.com/office/powerpoint/2010/main" val="41493230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7AF1B1-77F3-3B6E-2C34-B802CC009262}"/>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475AC8F-FA9D-E719-DC59-532218BD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E8EECD12-A9F3-898F-E027-47FA07D74666}"/>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noProof="1">
                <a:solidFill>
                  <a:schemeClr val="bg1"/>
                </a:solidFill>
              </a:rPr>
              <a:t>Trip Details Page</a:t>
            </a:r>
            <a:endParaRPr lang="en-GB" sz="3200" kern="1200" noProof="1">
              <a:solidFill>
                <a:schemeClr val="bg1"/>
              </a:solidFill>
              <a:latin typeface="+mj-lt"/>
              <a:ea typeface="+mj-ea"/>
              <a:cs typeface="+mj-cs"/>
            </a:endParaRPr>
          </a:p>
        </p:txBody>
      </p:sp>
      <p:sp>
        <p:nvSpPr>
          <p:cNvPr id="9" name="TextBox 8">
            <a:extLst>
              <a:ext uri="{FF2B5EF4-FFF2-40B4-BE49-F238E27FC236}">
                <a16:creationId xmlns:a16="http://schemas.microsoft.com/office/drawing/2014/main" id="{9DE68F72-6DBB-2F18-5501-82DD2D2BBA8B}"/>
              </a:ext>
            </a:extLst>
          </p:cNvPr>
          <p:cNvSpPr txBox="1"/>
          <p:nvPr/>
        </p:nvSpPr>
        <p:spPr>
          <a:xfrm>
            <a:off x="4783401" y="2746202"/>
            <a:ext cx="6189708" cy="2585323"/>
          </a:xfrm>
          <a:prstGeom prst="rect">
            <a:avLst/>
          </a:prstGeom>
          <a:noFill/>
        </p:spPr>
        <p:txBody>
          <a:bodyPr wrap="square" rtlCol="0">
            <a:spAutoFit/>
          </a:bodyPr>
          <a:lstStyle/>
          <a:p>
            <a:r>
              <a:rPr lang="en-US" dirty="0"/>
              <a:t>The Trip Details page acts as the central hub for a saved trip. It displays key destination information including the city name, travel dates, featured image, trip summary, budget level, and trip length. The page was designed to provide users with a quick overview of their selected destination while also serving as a navigation point to additional features. Users can access the itinerary planner through the “Create/View Itinerary” button or view travel information and resources through the “Travel Hub” section.</a:t>
            </a:r>
          </a:p>
        </p:txBody>
      </p:sp>
      <p:pic>
        <p:nvPicPr>
          <p:cNvPr id="4" name="Content Placeholder 3">
            <a:extLst>
              <a:ext uri="{FF2B5EF4-FFF2-40B4-BE49-F238E27FC236}">
                <a16:creationId xmlns:a16="http://schemas.microsoft.com/office/drawing/2014/main" id="{DF2AA0A9-AE5F-DA74-3E2A-CD1E49D4F83E}"/>
              </a:ext>
            </a:extLst>
          </p:cNvPr>
          <p:cNvPicPr>
            <a:picLocks noGrp="1" noChangeAspect="1"/>
          </p:cNvPicPr>
          <p:nvPr>
            <p:ph idx="1"/>
          </p:nvPr>
        </p:nvPicPr>
        <p:blipFill>
          <a:blip r:embed="rId2"/>
          <a:stretch>
            <a:fillRect/>
          </a:stretch>
        </p:blipFill>
        <p:spPr>
          <a:xfrm>
            <a:off x="1761667" y="1863195"/>
            <a:ext cx="2010689" cy="4351338"/>
          </a:xfrm>
          <a:prstGeom prst="rect">
            <a:avLst/>
          </a:prstGeom>
        </p:spPr>
      </p:pic>
    </p:spTree>
    <p:extLst>
      <p:ext uri="{BB962C8B-B14F-4D97-AF65-F5344CB8AC3E}">
        <p14:creationId xmlns:p14="http://schemas.microsoft.com/office/powerpoint/2010/main" val="30926579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D98563-767E-1259-7EB9-DBF80801677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47C78F9-5482-CE50-D575-93235EF556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9" name="Oval 8">
            <a:extLst>
              <a:ext uri="{FF2B5EF4-FFF2-40B4-BE49-F238E27FC236}">
                <a16:creationId xmlns:a16="http://schemas.microsoft.com/office/drawing/2014/main" id="{6DA6617B-D88A-F7DA-59A2-5AE100BE33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11" name="Oval 10">
            <a:extLst>
              <a:ext uri="{FF2B5EF4-FFF2-40B4-BE49-F238E27FC236}">
                <a16:creationId xmlns:a16="http://schemas.microsoft.com/office/drawing/2014/main" id="{F00ABC65-0EC2-FDED-AEDE-8B9054051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accent3"/>
              </a:solidFill>
            </a:endParaRPr>
          </a:p>
        </p:txBody>
      </p:sp>
      <p:sp>
        <p:nvSpPr>
          <p:cNvPr id="13" name="Oval 12">
            <a:extLst>
              <a:ext uri="{FF2B5EF4-FFF2-40B4-BE49-F238E27FC236}">
                <a16:creationId xmlns:a16="http://schemas.microsoft.com/office/drawing/2014/main" id="{92C9EA5B-FB4D-EE9F-3BE8-E2E0F4246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7F07C634-3D6B-5883-0020-9A60C3D0F5A2}"/>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GB" sz="5400" kern="1200" noProof="1">
                <a:solidFill>
                  <a:schemeClr val="bg1"/>
                </a:solidFill>
                <a:latin typeface="+mj-lt"/>
                <a:ea typeface="+mj-ea"/>
                <a:cs typeface="+mj-cs"/>
              </a:rPr>
              <a:t>Testing</a:t>
            </a:r>
          </a:p>
        </p:txBody>
      </p:sp>
      <p:sp>
        <p:nvSpPr>
          <p:cNvPr id="15" name="Graphic 212">
            <a:extLst>
              <a:ext uri="{FF2B5EF4-FFF2-40B4-BE49-F238E27FC236}">
                <a16:creationId xmlns:a16="http://schemas.microsoft.com/office/drawing/2014/main" id="{7CBF0A84-5D6B-28B0-F895-338D65F8E2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solidFill>
                <a:schemeClr val="lt1"/>
              </a:solidFill>
            </a:endParaRPr>
          </a:p>
        </p:txBody>
      </p:sp>
      <p:sp>
        <p:nvSpPr>
          <p:cNvPr id="17" name="Graphic 212">
            <a:extLst>
              <a:ext uri="{FF2B5EF4-FFF2-40B4-BE49-F238E27FC236}">
                <a16:creationId xmlns:a16="http://schemas.microsoft.com/office/drawing/2014/main" id="{74B83340-0A41-8343-E693-601AA6A44F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solidFill>
                <a:schemeClr val="lt1"/>
              </a:solidFill>
            </a:endParaRPr>
          </a:p>
        </p:txBody>
      </p:sp>
      <p:grpSp>
        <p:nvGrpSpPr>
          <p:cNvPr id="19" name="Graphic 190">
            <a:extLst>
              <a:ext uri="{FF2B5EF4-FFF2-40B4-BE49-F238E27FC236}">
                <a16:creationId xmlns:a16="http://schemas.microsoft.com/office/drawing/2014/main" id="{686197C0-B732-29FC-EEA2-1C39787022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0" name="Freeform: Shape 19">
              <a:extLst>
                <a:ext uri="{FF2B5EF4-FFF2-40B4-BE49-F238E27FC236}">
                  <a16:creationId xmlns:a16="http://schemas.microsoft.com/office/drawing/2014/main" id="{BFC1FD90-CC98-DDA6-255D-DA52083DC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GB" noProof="1"/>
            </a:p>
          </p:txBody>
        </p:sp>
        <p:sp>
          <p:nvSpPr>
            <p:cNvPr id="21" name="Freeform: Shape 20">
              <a:extLst>
                <a:ext uri="{FF2B5EF4-FFF2-40B4-BE49-F238E27FC236}">
                  <a16:creationId xmlns:a16="http://schemas.microsoft.com/office/drawing/2014/main" id="{FB4B00C7-8AB1-F1F5-65AA-F65213C276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GB" noProof="1"/>
            </a:p>
          </p:txBody>
        </p:sp>
      </p:grpSp>
      <p:sp>
        <p:nvSpPr>
          <p:cNvPr id="23" name="Oval 22">
            <a:extLst>
              <a:ext uri="{FF2B5EF4-FFF2-40B4-BE49-F238E27FC236}">
                <a16:creationId xmlns:a16="http://schemas.microsoft.com/office/drawing/2014/main" id="{415E1148-F0EB-7564-AF4C-6C5586B09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p>
        </p:txBody>
      </p:sp>
      <p:sp>
        <p:nvSpPr>
          <p:cNvPr id="25" name="Oval 24">
            <a:extLst>
              <a:ext uri="{FF2B5EF4-FFF2-40B4-BE49-F238E27FC236}">
                <a16:creationId xmlns:a16="http://schemas.microsoft.com/office/drawing/2014/main" id="{67E72F35-9990-5C65-C379-DA0B0D907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p>
        </p:txBody>
      </p:sp>
      <p:grpSp>
        <p:nvGrpSpPr>
          <p:cNvPr id="27" name="Graphic 4">
            <a:extLst>
              <a:ext uri="{FF2B5EF4-FFF2-40B4-BE49-F238E27FC236}">
                <a16:creationId xmlns:a16="http://schemas.microsoft.com/office/drawing/2014/main" id="{8CC26584-FA02-22FF-47C2-B5BD76218D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8" name="Freeform: Shape 27">
              <a:extLst>
                <a:ext uri="{FF2B5EF4-FFF2-40B4-BE49-F238E27FC236}">
                  <a16:creationId xmlns:a16="http://schemas.microsoft.com/office/drawing/2014/main" id="{14DEBCAB-C755-8D90-AD3B-5E9B4993E7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1"/>
            </a:p>
          </p:txBody>
        </p:sp>
        <p:sp>
          <p:nvSpPr>
            <p:cNvPr id="29" name="Freeform: Shape 28">
              <a:extLst>
                <a:ext uri="{FF2B5EF4-FFF2-40B4-BE49-F238E27FC236}">
                  <a16:creationId xmlns:a16="http://schemas.microsoft.com/office/drawing/2014/main" id="{AA9CEE03-03C4-42EF-0175-F5C10135D4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30" name="Freeform: Shape 29">
              <a:extLst>
                <a:ext uri="{FF2B5EF4-FFF2-40B4-BE49-F238E27FC236}">
                  <a16:creationId xmlns:a16="http://schemas.microsoft.com/office/drawing/2014/main" id="{5E5CE6F7-64C5-3676-2166-ABCD213179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31" name="Freeform: Shape 30">
              <a:extLst>
                <a:ext uri="{FF2B5EF4-FFF2-40B4-BE49-F238E27FC236}">
                  <a16:creationId xmlns:a16="http://schemas.microsoft.com/office/drawing/2014/main" id="{1EB2F866-F3FA-61EC-E826-AD8979CD8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32" name="Freeform: Shape 31">
              <a:extLst>
                <a:ext uri="{FF2B5EF4-FFF2-40B4-BE49-F238E27FC236}">
                  <a16:creationId xmlns:a16="http://schemas.microsoft.com/office/drawing/2014/main" id="{4A5642AE-BB3A-FFEE-DEE3-CD4A490045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33" name="Freeform: Shape 32">
              <a:extLst>
                <a:ext uri="{FF2B5EF4-FFF2-40B4-BE49-F238E27FC236}">
                  <a16:creationId xmlns:a16="http://schemas.microsoft.com/office/drawing/2014/main" id="{220C281F-9041-33F2-E5A6-C362D7F48B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34" name="Freeform: Shape 33">
              <a:extLst>
                <a:ext uri="{FF2B5EF4-FFF2-40B4-BE49-F238E27FC236}">
                  <a16:creationId xmlns:a16="http://schemas.microsoft.com/office/drawing/2014/main" id="{E555B897-C1DA-84B4-D7BC-E2748BEF9E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35" name="Freeform: Shape 34">
              <a:extLst>
                <a:ext uri="{FF2B5EF4-FFF2-40B4-BE49-F238E27FC236}">
                  <a16:creationId xmlns:a16="http://schemas.microsoft.com/office/drawing/2014/main" id="{C54F282E-E8D0-0FEC-D400-A2F89D1CA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1"/>
            </a:p>
          </p:txBody>
        </p:sp>
        <p:sp>
          <p:nvSpPr>
            <p:cNvPr id="36" name="Freeform: Shape 35">
              <a:extLst>
                <a:ext uri="{FF2B5EF4-FFF2-40B4-BE49-F238E27FC236}">
                  <a16:creationId xmlns:a16="http://schemas.microsoft.com/office/drawing/2014/main" id="{4223C572-EF00-7DD1-1382-D8F6A7C7F9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37" name="Freeform: Shape 36">
              <a:extLst>
                <a:ext uri="{FF2B5EF4-FFF2-40B4-BE49-F238E27FC236}">
                  <a16:creationId xmlns:a16="http://schemas.microsoft.com/office/drawing/2014/main" id="{D25A13E8-C35F-7DA8-65C6-9E59FFC632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38" name="Freeform: Shape 37">
              <a:extLst>
                <a:ext uri="{FF2B5EF4-FFF2-40B4-BE49-F238E27FC236}">
                  <a16:creationId xmlns:a16="http://schemas.microsoft.com/office/drawing/2014/main" id="{A890C430-A5E7-C578-CAD3-EC1ED29BF8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39" name="Freeform: Shape 38">
              <a:extLst>
                <a:ext uri="{FF2B5EF4-FFF2-40B4-BE49-F238E27FC236}">
                  <a16:creationId xmlns:a16="http://schemas.microsoft.com/office/drawing/2014/main" id="{525C31DE-FEC9-491C-1677-08178674BD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40" name="Freeform: Shape 39">
              <a:extLst>
                <a:ext uri="{FF2B5EF4-FFF2-40B4-BE49-F238E27FC236}">
                  <a16:creationId xmlns:a16="http://schemas.microsoft.com/office/drawing/2014/main" id="{DD17682D-A7F1-0465-A15D-B67790D86A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41" name="Freeform: Shape 40">
              <a:extLst>
                <a:ext uri="{FF2B5EF4-FFF2-40B4-BE49-F238E27FC236}">
                  <a16:creationId xmlns:a16="http://schemas.microsoft.com/office/drawing/2014/main" id="{E3810265-194D-1565-4255-CBFBB9DC35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42" name="Freeform: Shape 41">
              <a:extLst>
                <a:ext uri="{FF2B5EF4-FFF2-40B4-BE49-F238E27FC236}">
                  <a16:creationId xmlns:a16="http://schemas.microsoft.com/office/drawing/2014/main" id="{5643F132-6113-EBDD-2156-643697F62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43" name="Freeform: Shape 42">
              <a:extLst>
                <a:ext uri="{FF2B5EF4-FFF2-40B4-BE49-F238E27FC236}">
                  <a16:creationId xmlns:a16="http://schemas.microsoft.com/office/drawing/2014/main" id="{259A7549-6E9B-8FEF-E773-6F6B720116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44" name="Freeform: Shape 43">
              <a:extLst>
                <a:ext uri="{FF2B5EF4-FFF2-40B4-BE49-F238E27FC236}">
                  <a16:creationId xmlns:a16="http://schemas.microsoft.com/office/drawing/2014/main" id="{3456AD5E-DE89-45CB-8C00-350048F648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45" name="Freeform: Shape 44">
              <a:extLst>
                <a:ext uri="{FF2B5EF4-FFF2-40B4-BE49-F238E27FC236}">
                  <a16:creationId xmlns:a16="http://schemas.microsoft.com/office/drawing/2014/main" id="{A046AE8A-29F3-2C84-54BE-AB60B633F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46" name="Freeform: Shape 45">
              <a:extLst>
                <a:ext uri="{FF2B5EF4-FFF2-40B4-BE49-F238E27FC236}">
                  <a16:creationId xmlns:a16="http://schemas.microsoft.com/office/drawing/2014/main" id="{B863B741-791A-1F8D-5E61-621DCC424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47" name="Freeform: Shape 46">
              <a:extLst>
                <a:ext uri="{FF2B5EF4-FFF2-40B4-BE49-F238E27FC236}">
                  <a16:creationId xmlns:a16="http://schemas.microsoft.com/office/drawing/2014/main" id="{D4BC8C08-75E4-719B-6EC8-3EE9909D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48" name="Freeform: Shape 47">
              <a:extLst>
                <a:ext uri="{FF2B5EF4-FFF2-40B4-BE49-F238E27FC236}">
                  <a16:creationId xmlns:a16="http://schemas.microsoft.com/office/drawing/2014/main" id="{7436E888-684C-4EE8-99DC-B2EA227040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49" name="Freeform: Shape 48">
              <a:extLst>
                <a:ext uri="{FF2B5EF4-FFF2-40B4-BE49-F238E27FC236}">
                  <a16:creationId xmlns:a16="http://schemas.microsoft.com/office/drawing/2014/main" id="{6A9A6E61-089E-3735-6CC1-58998A09BB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50" name="Freeform: Shape 49">
              <a:extLst>
                <a:ext uri="{FF2B5EF4-FFF2-40B4-BE49-F238E27FC236}">
                  <a16:creationId xmlns:a16="http://schemas.microsoft.com/office/drawing/2014/main" id="{A26F1245-38C3-FA15-DDDC-C12486D55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1" name="Freeform: Shape 50">
              <a:extLst>
                <a:ext uri="{FF2B5EF4-FFF2-40B4-BE49-F238E27FC236}">
                  <a16:creationId xmlns:a16="http://schemas.microsoft.com/office/drawing/2014/main" id="{160DC943-7A22-3B0D-9E17-4B1ADC5390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2" name="Freeform: Shape 51">
              <a:extLst>
                <a:ext uri="{FF2B5EF4-FFF2-40B4-BE49-F238E27FC236}">
                  <a16:creationId xmlns:a16="http://schemas.microsoft.com/office/drawing/2014/main" id="{83CF6C1D-AD14-044C-99E7-7B042EAEBE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3" name="Freeform: Shape 52">
              <a:extLst>
                <a:ext uri="{FF2B5EF4-FFF2-40B4-BE49-F238E27FC236}">
                  <a16:creationId xmlns:a16="http://schemas.microsoft.com/office/drawing/2014/main" id="{ED247E28-7C2D-DA6B-D3AB-6A646329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4" name="Freeform: Shape 53">
              <a:extLst>
                <a:ext uri="{FF2B5EF4-FFF2-40B4-BE49-F238E27FC236}">
                  <a16:creationId xmlns:a16="http://schemas.microsoft.com/office/drawing/2014/main" id="{F2799FA0-70DA-DF6D-6D52-6E9D37C127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55" name="Freeform: Shape 54">
              <a:extLst>
                <a:ext uri="{FF2B5EF4-FFF2-40B4-BE49-F238E27FC236}">
                  <a16:creationId xmlns:a16="http://schemas.microsoft.com/office/drawing/2014/main" id="{CE9299B5-9D21-F466-E9E6-68B8DE6E3F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6" name="Freeform: Shape 55">
              <a:extLst>
                <a:ext uri="{FF2B5EF4-FFF2-40B4-BE49-F238E27FC236}">
                  <a16:creationId xmlns:a16="http://schemas.microsoft.com/office/drawing/2014/main" id="{29FE27A9-D9FB-D9E3-7562-77D0E27B68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57" name="Freeform: Shape 56">
              <a:extLst>
                <a:ext uri="{FF2B5EF4-FFF2-40B4-BE49-F238E27FC236}">
                  <a16:creationId xmlns:a16="http://schemas.microsoft.com/office/drawing/2014/main" id="{C9397DD5-BDA8-91F9-61DE-10A68B2C9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58" name="Freeform: Shape 57">
              <a:extLst>
                <a:ext uri="{FF2B5EF4-FFF2-40B4-BE49-F238E27FC236}">
                  <a16:creationId xmlns:a16="http://schemas.microsoft.com/office/drawing/2014/main" id="{85FBDAA8-AB81-999F-3F14-C796EFD248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59" name="Freeform: Shape 58">
              <a:extLst>
                <a:ext uri="{FF2B5EF4-FFF2-40B4-BE49-F238E27FC236}">
                  <a16:creationId xmlns:a16="http://schemas.microsoft.com/office/drawing/2014/main" id="{0EFB32D0-0B0A-82A2-334B-081A1EDA52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0" name="Freeform: Shape 59">
              <a:extLst>
                <a:ext uri="{FF2B5EF4-FFF2-40B4-BE49-F238E27FC236}">
                  <a16:creationId xmlns:a16="http://schemas.microsoft.com/office/drawing/2014/main" id="{F1D9B77F-C57E-A647-1E3A-574320BF8E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1" name="Freeform: Shape 60">
              <a:extLst>
                <a:ext uri="{FF2B5EF4-FFF2-40B4-BE49-F238E27FC236}">
                  <a16:creationId xmlns:a16="http://schemas.microsoft.com/office/drawing/2014/main" id="{A43B9EDC-4F9A-1E30-BE50-00B519C7A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2" name="Freeform: Shape 61">
              <a:extLst>
                <a:ext uri="{FF2B5EF4-FFF2-40B4-BE49-F238E27FC236}">
                  <a16:creationId xmlns:a16="http://schemas.microsoft.com/office/drawing/2014/main" id="{FE5E5DCD-BC88-DC4E-2EE6-67618B0C1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3" name="Freeform: Shape 62">
              <a:extLst>
                <a:ext uri="{FF2B5EF4-FFF2-40B4-BE49-F238E27FC236}">
                  <a16:creationId xmlns:a16="http://schemas.microsoft.com/office/drawing/2014/main" id="{81C7F630-B83E-E2D0-CC23-AEE3DFFBE6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64" name="Freeform: Shape 63">
              <a:extLst>
                <a:ext uri="{FF2B5EF4-FFF2-40B4-BE49-F238E27FC236}">
                  <a16:creationId xmlns:a16="http://schemas.microsoft.com/office/drawing/2014/main" id="{608B2359-C11A-6553-C13A-E6B85030E9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65" name="Freeform: Shape 64">
              <a:extLst>
                <a:ext uri="{FF2B5EF4-FFF2-40B4-BE49-F238E27FC236}">
                  <a16:creationId xmlns:a16="http://schemas.microsoft.com/office/drawing/2014/main" id="{0B5E6C88-EFB9-3485-2029-A7418C2177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66" name="Freeform: Shape 65">
              <a:extLst>
                <a:ext uri="{FF2B5EF4-FFF2-40B4-BE49-F238E27FC236}">
                  <a16:creationId xmlns:a16="http://schemas.microsoft.com/office/drawing/2014/main" id="{BC010631-D7EE-50D9-8D79-64F9226B48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67" name="Freeform: Shape 66">
              <a:extLst>
                <a:ext uri="{FF2B5EF4-FFF2-40B4-BE49-F238E27FC236}">
                  <a16:creationId xmlns:a16="http://schemas.microsoft.com/office/drawing/2014/main" id="{4AC9A6F2-90D0-0DF2-5594-715AE981C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68" name="Freeform: Shape 67">
              <a:extLst>
                <a:ext uri="{FF2B5EF4-FFF2-40B4-BE49-F238E27FC236}">
                  <a16:creationId xmlns:a16="http://schemas.microsoft.com/office/drawing/2014/main" id="{0DCEFF72-215A-D5E2-CD98-1C506E2B12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9" name="Freeform: Shape 68">
              <a:extLst>
                <a:ext uri="{FF2B5EF4-FFF2-40B4-BE49-F238E27FC236}">
                  <a16:creationId xmlns:a16="http://schemas.microsoft.com/office/drawing/2014/main" id="{23BCB6F2-346F-7F0B-689C-9F8D31E9B1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70" name="Freeform: Shape 69">
              <a:extLst>
                <a:ext uri="{FF2B5EF4-FFF2-40B4-BE49-F238E27FC236}">
                  <a16:creationId xmlns:a16="http://schemas.microsoft.com/office/drawing/2014/main" id="{7CE17968-7DE9-1EF4-8182-1A0749018B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71" name="Freeform: Shape 70">
              <a:extLst>
                <a:ext uri="{FF2B5EF4-FFF2-40B4-BE49-F238E27FC236}">
                  <a16:creationId xmlns:a16="http://schemas.microsoft.com/office/drawing/2014/main" id="{3AF4ABBB-4C11-93AA-79F3-B8B2589028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2" name="Freeform: Shape 71">
              <a:extLst>
                <a:ext uri="{FF2B5EF4-FFF2-40B4-BE49-F238E27FC236}">
                  <a16:creationId xmlns:a16="http://schemas.microsoft.com/office/drawing/2014/main" id="{5BFF1DEF-F9A7-7274-3A9A-0C6A8C7D8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3" name="Freeform: Shape 72">
              <a:extLst>
                <a:ext uri="{FF2B5EF4-FFF2-40B4-BE49-F238E27FC236}">
                  <a16:creationId xmlns:a16="http://schemas.microsoft.com/office/drawing/2014/main" id="{C15A6ADD-6E2E-404A-2D82-40413F0CB1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4" name="Freeform: Shape 73">
              <a:extLst>
                <a:ext uri="{FF2B5EF4-FFF2-40B4-BE49-F238E27FC236}">
                  <a16:creationId xmlns:a16="http://schemas.microsoft.com/office/drawing/2014/main" id="{62E006B3-5F76-3107-47D2-53C9834C0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5" name="Freeform: Shape 74">
              <a:extLst>
                <a:ext uri="{FF2B5EF4-FFF2-40B4-BE49-F238E27FC236}">
                  <a16:creationId xmlns:a16="http://schemas.microsoft.com/office/drawing/2014/main" id="{99AD205D-27BC-8BA0-1868-C5AD199EC3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6" name="Freeform: Shape 75">
              <a:extLst>
                <a:ext uri="{FF2B5EF4-FFF2-40B4-BE49-F238E27FC236}">
                  <a16:creationId xmlns:a16="http://schemas.microsoft.com/office/drawing/2014/main" id="{5B27F9A8-7974-38BF-8267-F854B02F7A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7" name="Freeform: Shape 76">
              <a:extLst>
                <a:ext uri="{FF2B5EF4-FFF2-40B4-BE49-F238E27FC236}">
                  <a16:creationId xmlns:a16="http://schemas.microsoft.com/office/drawing/2014/main" id="{EF63B83A-9444-B9E8-E87C-3F5BDD5BC9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78" name="Freeform: Shape 77">
              <a:extLst>
                <a:ext uri="{FF2B5EF4-FFF2-40B4-BE49-F238E27FC236}">
                  <a16:creationId xmlns:a16="http://schemas.microsoft.com/office/drawing/2014/main" id="{FC69924A-DA38-1484-AB42-4920CD3B4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79" name="Freeform: Shape 78">
              <a:extLst>
                <a:ext uri="{FF2B5EF4-FFF2-40B4-BE49-F238E27FC236}">
                  <a16:creationId xmlns:a16="http://schemas.microsoft.com/office/drawing/2014/main" id="{308F2BCA-F5E9-27B1-E0DF-CE91077305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GB" noProof="1"/>
            </a:p>
          </p:txBody>
        </p:sp>
        <p:sp>
          <p:nvSpPr>
            <p:cNvPr id="80" name="Freeform: Shape 79">
              <a:extLst>
                <a:ext uri="{FF2B5EF4-FFF2-40B4-BE49-F238E27FC236}">
                  <a16:creationId xmlns:a16="http://schemas.microsoft.com/office/drawing/2014/main" id="{CA14EFC4-D7FE-BF16-94AB-619E8CB60A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81" name="Freeform: Shape 80">
              <a:extLst>
                <a:ext uri="{FF2B5EF4-FFF2-40B4-BE49-F238E27FC236}">
                  <a16:creationId xmlns:a16="http://schemas.microsoft.com/office/drawing/2014/main" id="{26EEF8CD-DBAF-CBB5-5BAE-2023F58D6F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GB" noProof="1"/>
            </a:p>
          </p:txBody>
        </p:sp>
        <p:sp>
          <p:nvSpPr>
            <p:cNvPr id="82" name="Freeform: Shape 81">
              <a:extLst>
                <a:ext uri="{FF2B5EF4-FFF2-40B4-BE49-F238E27FC236}">
                  <a16:creationId xmlns:a16="http://schemas.microsoft.com/office/drawing/2014/main" id="{C3824867-BE20-3FD4-577D-430CED97C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83" name="Freeform: Shape 82">
              <a:extLst>
                <a:ext uri="{FF2B5EF4-FFF2-40B4-BE49-F238E27FC236}">
                  <a16:creationId xmlns:a16="http://schemas.microsoft.com/office/drawing/2014/main" id="{BB4DD6CB-E42B-607A-30D7-AA4A2AFF9C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84" name="Freeform: Shape 83">
              <a:extLst>
                <a:ext uri="{FF2B5EF4-FFF2-40B4-BE49-F238E27FC236}">
                  <a16:creationId xmlns:a16="http://schemas.microsoft.com/office/drawing/2014/main" id="{F99D9763-13AB-27F8-8B73-DF8DF0374A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85" name="Freeform: Shape 84">
              <a:extLst>
                <a:ext uri="{FF2B5EF4-FFF2-40B4-BE49-F238E27FC236}">
                  <a16:creationId xmlns:a16="http://schemas.microsoft.com/office/drawing/2014/main" id="{7E8E2AB6-0A0F-65D4-47B4-820709B8CE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1"/>
            </a:p>
          </p:txBody>
        </p:sp>
        <p:sp>
          <p:nvSpPr>
            <p:cNvPr id="86" name="Freeform: Shape 85">
              <a:extLst>
                <a:ext uri="{FF2B5EF4-FFF2-40B4-BE49-F238E27FC236}">
                  <a16:creationId xmlns:a16="http://schemas.microsoft.com/office/drawing/2014/main" id="{1903C3C8-908E-0077-210C-50309A8A86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87" name="Freeform: Shape 86">
              <a:extLst>
                <a:ext uri="{FF2B5EF4-FFF2-40B4-BE49-F238E27FC236}">
                  <a16:creationId xmlns:a16="http://schemas.microsoft.com/office/drawing/2014/main" id="{B931E9A2-D968-2356-95EF-E6565AB869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1"/>
            </a:p>
          </p:txBody>
        </p:sp>
        <p:sp>
          <p:nvSpPr>
            <p:cNvPr id="88" name="Freeform: Shape 87">
              <a:extLst>
                <a:ext uri="{FF2B5EF4-FFF2-40B4-BE49-F238E27FC236}">
                  <a16:creationId xmlns:a16="http://schemas.microsoft.com/office/drawing/2014/main" id="{1F85743B-7557-2501-2B6F-F9A7EF74B5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89" name="Freeform: Shape 88">
              <a:extLst>
                <a:ext uri="{FF2B5EF4-FFF2-40B4-BE49-F238E27FC236}">
                  <a16:creationId xmlns:a16="http://schemas.microsoft.com/office/drawing/2014/main" id="{88634302-C69D-F0C9-618C-E2A372CCB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90" name="Freeform: Shape 89">
              <a:extLst>
                <a:ext uri="{FF2B5EF4-FFF2-40B4-BE49-F238E27FC236}">
                  <a16:creationId xmlns:a16="http://schemas.microsoft.com/office/drawing/2014/main" id="{04ED66FB-7F62-EBBF-21A5-0B7F6A4383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91" name="Freeform: Shape 90">
              <a:extLst>
                <a:ext uri="{FF2B5EF4-FFF2-40B4-BE49-F238E27FC236}">
                  <a16:creationId xmlns:a16="http://schemas.microsoft.com/office/drawing/2014/main" id="{92F69DF0-2DE9-690D-8684-5678FF749E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92" name="Freeform: Shape 91">
              <a:extLst>
                <a:ext uri="{FF2B5EF4-FFF2-40B4-BE49-F238E27FC236}">
                  <a16:creationId xmlns:a16="http://schemas.microsoft.com/office/drawing/2014/main" id="{6CF39C89-9540-9642-2A08-498B826CC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93" name="Freeform: Shape 92">
              <a:extLst>
                <a:ext uri="{FF2B5EF4-FFF2-40B4-BE49-F238E27FC236}">
                  <a16:creationId xmlns:a16="http://schemas.microsoft.com/office/drawing/2014/main" id="{2685A36A-A962-6E78-547A-35D18816B6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94" name="Freeform: Shape 93">
              <a:extLst>
                <a:ext uri="{FF2B5EF4-FFF2-40B4-BE49-F238E27FC236}">
                  <a16:creationId xmlns:a16="http://schemas.microsoft.com/office/drawing/2014/main" id="{81DFC00D-0348-E039-8C4E-CFBE18CA39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95" name="Freeform: Shape 94">
              <a:extLst>
                <a:ext uri="{FF2B5EF4-FFF2-40B4-BE49-F238E27FC236}">
                  <a16:creationId xmlns:a16="http://schemas.microsoft.com/office/drawing/2014/main" id="{D63F669C-880D-49EA-F19B-F531813F26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96" name="Freeform: Shape 95">
              <a:extLst>
                <a:ext uri="{FF2B5EF4-FFF2-40B4-BE49-F238E27FC236}">
                  <a16:creationId xmlns:a16="http://schemas.microsoft.com/office/drawing/2014/main" id="{056973A8-F978-1237-1406-DCF4441D7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97" name="Freeform: Shape 96">
              <a:extLst>
                <a:ext uri="{FF2B5EF4-FFF2-40B4-BE49-F238E27FC236}">
                  <a16:creationId xmlns:a16="http://schemas.microsoft.com/office/drawing/2014/main" id="{66C49FDE-6306-ADAA-7266-90240F85D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1"/>
            </a:p>
          </p:txBody>
        </p:sp>
        <p:sp>
          <p:nvSpPr>
            <p:cNvPr id="98" name="Freeform: Shape 97">
              <a:extLst>
                <a:ext uri="{FF2B5EF4-FFF2-40B4-BE49-F238E27FC236}">
                  <a16:creationId xmlns:a16="http://schemas.microsoft.com/office/drawing/2014/main" id="{F291B2D2-BD98-3225-7F3B-65E48E28B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99" name="Freeform: Shape 98">
              <a:extLst>
                <a:ext uri="{FF2B5EF4-FFF2-40B4-BE49-F238E27FC236}">
                  <a16:creationId xmlns:a16="http://schemas.microsoft.com/office/drawing/2014/main" id="{EC7B2DB0-D143-CD00-847D-14BC7673B1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1"/>
            </a:p>
          </p:txBody>
        </p:sp>
        <p:sp>
          <p:nvSpPr>
            <p:cNvPr id="100" name="Freeform: Shape 99">
              <a:extLst>
                <a:ext uri="{FF2B5EF4-FFF2-40B4-BE49-F238E27FC236}">
                  <a16:creationId xmlns:a16="http://schemas.microsoft.com/office/drawing/2014/main" id="{F5872EEC-51AA-290D-B181-C5569EECD0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1" name="Freeform: Shape 100">
              <a:extLst>
                <a:ext uri="{FF2B5EF4-FFF2-40B4-BE49-F238E27FC236}">
                  <a16:creationId xmlns:a16="http://schemas.microsoft.com/office/drawing/2014/main" id="{FEC46AFD-A78D-FDBE-42C3-483340D5D5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2" name="Freeform: Shape 101">
              <a:extLst>
                <a:ext uri="{FF2B5EF4-FFF2-40B4-BE49-F238E27FC236}">
                  <a16:creationId xmlns:a16="http://schemas.microsoft.com/office/drawing/2014/main" id="{0A6878AD-0A2E-D126-252E-41888705A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3" name="Freeform: Shape 102">
              <a:extLst>
                <a:ext uri="{FF2B5EF4-FFF2-40B4-BE49-F238E27FC236}">
                  <a16:creationId xmlns:a16="http://schemas.microsoft.com/office/drawing/2014/main" id="{DB62D7E5-279F-86EE-3B64-AD782383C0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04" name="Freeform: Shape 103">
              <a:extLst>
                <a:ext uri="{FF2B5EF4-FFF2-40B4-BE49-F238E27FC236}">
                  <a16:creationId xmlns:a16="http://schemas.microsoft.com/office/drawing/2014/main" id="{58512D5C-4F02-C099-48F1-C0F7CF7913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5" name="Freeform: Shape 104">
              <a:extLst>
                <a:ext uri="{FF2B5EF4-FFF2-40B4-BE49-F238E27FC236}">
                  <a16:creationId xmlns:a16="http://schemas.microsoft.com/office/drawing/2014/main" id="{839F4311-70DB-9A28-E53C-DB69FDE093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06" name="Freeform: Shape 105">
              <a:extLst>
                <a:ext uri="{FF2B5EF4-FFF2-40B4-BE49-F238E27FC236}">
                  <a16:creationId xmlns:a16="http://schemas.microsoft.com/office/drawing/2014/main" id="{3E2235E2-8DBD-2649-C858-19574119E7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7" name="Freeform: Shape 106">
              <a:extLst>
                <a:ext uri="{FF2B5EF4-FFF2-40B4-BE49-F238E27FC236}">
                  <a16:creationId xmlns:a16="http://schemas.microsoft.com/office/drawing/2014/main" id="{DD6C6234-5802-D688-8636-408505AA8E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08" name="Freeform: Shape 107">
              <a:extLst>
                <a:ext uri="{FF2B5EF4-FFF2-40B4-BE49-F238E27FC236}">
                  <a16:creationId xmlns:a16="http://schemas.microsoft.com/office/drawing/2014/main" id="{1221DC7F-25E7-C780-8249-AE366202CE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09" name="Freeform: Shape 108">
              <a:extLst>
                <a:ext uri="{FF2B5EF4-FFF2-40B4-BE49-F238E27FC236}">
                  <a16:creationId xmlns:a16="http://schemas.microsoft.com/office/drawing/2014/main" id="{B3DA8203-6A76-24B1-61CF-BC4DBBDE2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1"/>
            </a:p>
          </p:txBody>
        </p:sp>
        <p:sp>
          <p:nvSpPr>
            <p:cNvPr id="110" name="Freeform: Shape 109">
              <a:extLst>
                <a:ext uri="{FF2B5EF4-FFF2-40B4-BE49-F238E27FC236}">
                  <a16:creationId xmlns:a16="http://schemas.microsoft.com/office/drawing/2014/main" id="{3B33AE2B-B4B2-2973-1576-4D1304A05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11" name="Freeform: Shape 110">
              <a:extLst>
                <a:ext uri="{FF2B5EF4-FFF2-40B4-BE49-F238E27FC236}">
                  <a16:creationId xmlns:a16="http://schemas.microsoft.com/office/drawing/2014/main" id="{609752BA-3AD7-4608-45A3-B3730E4AB6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1"/>
            </a:p>
          </p:txBody>
        </p:sp>
        <p:sp>
          <p:nvSpPr>
            <p:cNvPr id="112" name="Freeform: Shape 111">
              <a:extLst>
                <a:ext uri="{FF2B5EF4-FFF2-40B4-BE49-F238E27FC236}">
                  <a16:creationId xmlns:a16="http://schemas.microsoft.com/office/drawing/2014/main" id="{A1DE7316-21EC-4D95-3D40-C65B829B27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3" name="Freeform: Shape 112">
              <a:extLst>
                <a:ext uri="{FF2B5EF4-FFF2-40B4-BE49-F238E27FC236}">
                  <a16:creationId xmlns:a16="http://schemas.microsoft.com/office/drawing/2014/main" id="{DDC06D32-348F-CEA7-FA97-15F72085A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4" name="Freeform: Shape 113">
              <a:extLst>
                <a:ext uri="{FF2B5EF4-FFF2-40B4-BE49-F238E27FC236}">
                  <a16:creationId xmlns:a16="http://schemas.microsoft.com/office/drawing/2014/main" id="{DB5A6569-493A-BD66-6C3D-C4D2CC56D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5" name="Freeform: Shape 114">
              <a:extLst>
                <a:ext uri="{FF2B5EF4-FFF2-40B4-BE49-F238E27FC236}">
                  <a16:creationId xmlns:a16="http://schemas.microsoft.com/office/drawing/2014/main" id="{303855BE-EA1B-0B55-ACD5-10D531AFE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16" name="Freeform: Shape 115">
              <a:extLst>
                <a:ext uri="{FF2B5EF4-FFF2-40B4-BE49-F238E27FC236}">
                  <a16:creationId xmlns:a16="http://schemas.microsoft.com/office/drawing/2014/main" id="{C0E601A0-9C8E-983E-F77F-AB915A9EE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7" name="Freeform: Shape 116">
              <a:extLst>
                <a:ext uri="{FF2B5EF4-FFF2-40B4-BE49-F238E27FC236}">
                  <a16:creationId xmlns:a16="http://schemas.microsoft.com/office/drawing/2014/main" id="{98A0B5F9-54BE-5E79-EE8F-DF5A21C9EB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18" name="Freeform: Shape 117">
              <a:extLst>
                <a:ext uri="{FF2B5EF4-FFF2-40B4-BE49-F238E27FC236}">
                  <a16:creationId xmlns:a16="http://schemas.microsoft.com/office/drawing/2014/main" id="{3443FAAE-1643-9937-EB6E-F6A00E94BE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9" name="Freeform: Shape 118">
              <a:extLst>
                <a:ext uri="{FF2B5EF4-FFF2-40B4-BE49-F238E27FC236}">
                  <a16:creationId xmlns:a16="http://schemas.microsoft.com/office/drawing/2014/main" id="{75AADE60-3FC3-3814-1511-B64BEA042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1"/>
            </a:p>
          </p:txBody>
        </p:sp>
        <p:sp>
          <p:nvSpPr>
            <p:cNvPr id="120" name="Freeform: Shape 119">
              <a:extLst>
                <a:ext uri="{FF2B5EF4-FFF2-40B4-BE49-F238E27FC236}">
                  <a16:creationId xmlns:a16="http://schemas.microsoft.com/office/drawing/2014/main" id="{1DE77787-4624-2FC5-0C9F-12A67EFD23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121" name="Freeform: Shape 120">
              <a:extLst>
                <a:ext uri="{FF2B5EF4-FFF2-40B4-BE49-F238E27FC236}">
                  <a16:creationId xmlns:a16="http://schemas.microsoft.com/office/drawing/2014/main" id="{55B02EAD-CCF8-97CE-3075-FDEB9C3005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22" name="Freeform: Shape 121">
              <a:extLst>
                <a:ext uri="{FF2B5EF4-FFF2-40B4-BE49-F238E27FC236}">
                  <a16:creationId xmlns:a16="http://schemas.microsoft.com/office/drawing/2014/main" id="{D9082442-1D5C-8E9C-E29D-84E7C7B9D5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23" name="Freeform: Shape 122">
              <a:extLst>
                <a:ext uri="{FF2B5EF4-FFF2-40B4-BE49-F238E27FC236}">
                  <a16:creationId xmlns:a16="http://schemas.microsoft.com/office/drawing/2014/main" id="{84BF0C37-8959-FCB2-D758-F344630B6A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24" name="Freeform: Shape 123">
              <a:extLst>
                <a:ext uri="{FF2B5EF4-FFF2-40B4-BE49-F238E27FC236}">
                  <a16:creationId xmlns:a16="http://schemas.microsoft.com/office/drawing/2014/main" id="{6FB97409-1532-AA7B-DF23-3629E198B0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125" name="Freeform: Shape 124">
              <a:extLst>
                <a:ext uri="{FF2B5EF4-FFF2-40B4-BE49-F238E27FC236}">
                  <a16:creationId xmlns:a16="http://schemas.microsoft.com/office/drawing/2014/main" id="{87898761-8512-1211-ECBB-2C18328734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26" name="Freeform: Shape 125">
              <a:extLst>
                <a:ext uri="{FF2B5EF4-FFF2-40B4-BE49-F238E27FC236}">
                  <a16:creationId xmlns:a16="http://schemas.microsoft.com/office/drawing/2014/main" id="{4E1AAE5F-3AAA-FED4-7C60-BD611B4A76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27" name="Freeform: Shape 126">
              <a:extLst>
                <a:ext uri="{FF2B5EF4-FFF2-40B4-BE49-F238E27FC236}">
                  <a16:creationId xmlns:a16="http://schemas.microsoft.com/office/drawing/2014/main" id="{CA547425-DD22-23F7-B346-9EA4938A0A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28" name="Freeform: Shape 127">
              <a:extLst>
                <a:ext uri="{FF2B5EF4-FFF2-40B4-BE49-F238E27FC236}">
                  <a16:creationId xmlns:a16="http://schemas.microsoft.com/office/drawing/2014/main" id="{A7B53806-F50D-B94A-7B16-DF6651CE04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29" name="Freeform: Shape 128">
              <a:extLst>
                <a:ext uri="{FF2B5EF4-FFF2-40B4-BE49-F238E27FC236}">
                  <a16:creationId xmlns:a16="http://schemas.microsoft.com/office/drawing/2014/main" id="{EFD29697-5287-636C-714A-DC763B8721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0" name="Freeform: Shape 129">
              <a:extLst>
                <a:ext uri="{FF2B5EF4-FFF2-40B4-BE49-F238E27FC236}">
                  <a16:creationId xmlns:a16="http://schemas.microsoft.com/office/drawing/2014/main" id="{6C2600A8-917D-317D-8204-6D4E25FE57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1" name="Freeform: Shape 130">
              <a:extLst>
                <a:ext uri="{FF2B5EF4-FFF2-40B4-BE49-F238E27FC236}">
                  <a16:creationId xmlns:a16="http://schemas.microsoft.com/office/drawing/2014/main" id="{E60F8258-22FC-92C4-E70D-3602F1C4B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32" name="Freeform: Shape 131">
              <a:extLst>
                <a:ext uri="{FF2B5EF4-FFF2-40B4-BE49-F238E27FC236}">
                  <a16:creationId xmlns:a16="http://schemas.microsoft.com/office/drawing/2014/main" id="{CC839650-E14D-3BE3-E85F-290613BF9A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3" name="Freeform: Shape 132">
              <a:extLst>
                <a:ext uri="{FF2B5EF4-FFF2-40B4-BE49-F238E27FC236}">
                  <a16:creationId xmlns:a16="http://schemas.microsoft.com/office/drawing/2014/main" id="{0B09DE63-8E69-CC10-8A43-6338CD6B4A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34" name="Freeform: Shape 133">
              <a:extLst>
                <a:ext uri="{FF2B5EF4-FFF2-40B4-BE49-F238E27FC236}">
                  <a16:creationId xmlns:a16="http://schemas.microsoft.com/office/drawing/2014/main" id="{7E7D1857-5521-247D-D82F-6F2F2D1AA8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5" name="Freeform: Shape 134">
              <a:extLst>
                <a:ext uri="{FF2B5EF4-FFF2-40B4-BE49-F238E27FC236}">
                  <a16:creationId xmlns:a16="http://schemas.microsoft.com/office/drawing/2014/main" id="{A8D74784-AADE-5D8D-F6C1-D50C44013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6" name="Freeform: Shape 135">
              <a:extLst>
                <a:ext uri="{FF2B5EF4-FFF2-40B4-BE49-F238E27FC236}">
                  <a16:creationId xmlns:a16="http://schemas.microsoft.com/office/drawing/2014/main" id="{C1965336-C29A-CD47-7DD2-742FBDAE8D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7" name="Freeform: Shape 136">
              <a:extLst>
                <a:ext uri="{FF2B5EF4-FFF2-40B4-BE49-F238E27FC236}">
                  <a16:creationId xmlns:a16="http://schemas.microsoft.com/office/drawing/2014/main" id="{C7D0EB9F-86B5-2094-8380-632AFA2D5A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8" name="Freeform: Shape 137">
              <a:extLst>
                <a:ext uri="{FF2B5EF4-FFF2-40B4-BE49-F238E27FC236}">
                  <a16:creationId xmlns:a16="http://schemas.microsoft.com/office/drawing/2014/main" id="{0FDEE0E8-A0DF-406A-CF69-FDB35B7A87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9" name="Freeform: Shape 138">
              <a:extLst>
                <a:ext uri="{FF2B5EF4-FFF2-40B4-BE49-F238E27FC236}">
                  <a16:creationId xmlns:a16="http://schemas.microsoft.com/office/drawing/2014/main" id="{7BE6F835-FCB0-8385-A3D5-6E339CAA1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0" name="Freeform: Shape 139">
              <a:extLst>
                <a:ext uri="{FF2B5EF4-FFF2-40B4-BE49-F238E27FC236}">
                  <a16:creationId xmlns:a16="http://schemas.microsoft.com/office/drawing/2014/main" id="{852F995E-72F3-AEB4-E044-D42ABB310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41" name="Freeform: Shape 140">
              <a:extLst>
                <a:ext uri="{FF2B5EF4-FFF2-40B4-BE49-F238E27FC236}">
                  <a16:creationId xmlns:a16="http://schemas.microsoft.com/office/drawing/2014/main" id="{73094160-2957-984E-3E33-9ADA3FC42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2" name="Freeform: Shape 141">
              <a:extLst>
                <a:ext uri="{FF2B5EF4-FFF2-40B4-BE49-F238E27FC236}">
                  <a16:creationId xmlns:a16="http://schemas.microsoft.com/office/drawing/2014/main" id="{EE5704F2-87A9-BFE2-E5F2-CEC324C5E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3" name="Freeform: Shape 142">
              <a:extLst>
                <a:ext uri="{FF2B5EF4-FFF2-40B4-BE49-F238E27FC236}">
                  <a16:creationId xmlns:a16="http://schemas.microsoft.com/office/drawing/2014/main" id="{633BAF4B-F33B-2530-CA50-AF75B2EDC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4" name="Freeform: Shape 143">
              <a:extLst>
                <a:ext uri="{FF2B5EF4-FFF2-40B4-BE49-F238E27FC236}">
                  <a16:creationId xmlns:a16="http://schemas.microsoft.com/office/drawing/2014/main" id="{225D6B0C-97D8-E9C3-81C9-A4971366C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5" name="Freeform: Shape 144">
              <a:extLst>
                <a:ext uri="{FF2B5EF4-FFF2-40B4-BE49-F238E27FC236}">
                  <a16:creationId xmlns:a16="http://schemas.microsoft.com/office/drawing/2014/main" id="{672F5E34-B774-3B18-A933-114E069A3F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6" name="Freeform: Shape 145">
              <a:extLst>
                <a:ext uri="{FF2B5EF4-FFF2-40B4-BE49-F238E27FC236}">
                  <a16:creationId xmlns:a16="http://schemas.microsoft.com/office/drawing/2014/main" id="{5F6CC741-6C36-8F9A-12B3-CEFCE2115B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7" name="Freeform: Shape 146">
              <a:extLst>
                <a:ext uri="{FF2B5EF4-FFF2-40B4-BE49-F238E27FC236}">
                  <a16:creationId xmlns:a16="http://schemas.microsoft.com/office/drawing/2014/main" id="{0D1BAA74-9A3F-B562-26B5-995DC4D05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48" name="Freeform: Shape 147">
              <a:extLst>
                <a:ext uri="{FF2B5EF4-FFF2-40B4-BE49-F238E27FC236}">
                  <a16:creationId xmlns:a16="http://schemas.microsoft.com/office/drawing/2014/main" id="{2A90E2C3-7225-6048-44FB-1779C546E9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9" name="Freeform: Shape 148">
              <a:extLst>
                <a:ext uri="{FF2B5EF4-FFF2-40B4-BE49-F238E27FC236}">
                  <a16:creationId xmlns:a16="http://schemas.microsoft.com/office/drawing/2014/main" id="{F09CCEAF-D199-59AC-7761-0F312116E3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0" name="Freeform: Shape 149">
              <a:extLst>
                <a:ext uri="{FF2B5EF4-FFF2-40B4-BE49-F238E27FC236}">
                  <a16:creationId xmlns:a16="http://schemas.microsoft.com/office/drawing/2014/main" id="{0E3D9430-1E0B-E3C3-074F-6FCBD9C46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1" name="Freeform: Shape 150">
              <a:extLst>
                <a:ext uri="{FF2B5EF4-FFF2-40B4-BE49-F238E27FC236}">
                  <a16:creationId xmlns:a16="http://schemas.microsoft.com/office/drawing/2014/main" id="{765939DA-4EF2-60A0-3EBE-287D914C22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2" name="Freeform: Shape 151">
              <a:extLst>
                <a:ext uri="{FF2B5EF4-FFF2-40B4-BE49-F238E27FC236}">
                  <a16:creationId xmlns:a16="http://schemas.microsoft.com/office/drawing/2014/main" id="{63EB4894-CFC7-F248-34A5-CA492AA918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3" name="Freeform: Shape 152">
              <a:extLst>
                <a:ext uri="{FF2B5EF4-FFF2-40B4-BE49-F238E27FC236}">
                  <a16:creationId xmlns:a16="http://schemas.microsoft.com/office/drawing/2014/main" id="{069DF431-FFDA-4966-69E3-F23875CAFC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4" name="Freeform: Shape 153">
              <a:extLst>
                <a:ext uri="{FF2B5EF4-FFF2-40B4-BE49-F238E27FC236}">
                  <a16:creationId xmlns:a16="http://schemas.microsoft.com/office/drawing/2014/main" id="{2A11B5CD-1C29-98F6-1883-D711DAF49D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55" name="Freeform: Shape 154">
              <a:extLst>
                <a:ext uri="{FF2B5EF4-FFF2-40B4-BE49-F238E27FC236}">
                  <a16:creationId xmlns:a16="http://schemas.microsoft.com/office/drawing/2014/main" id="{D1D19F3A-6C96-7253-C11C-0CDF2F733A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56" name="Freeform: Shape 155">
              <a:extLst>
                <a:ext uri="{FF2B5EF4-FFF2-40B4-BE49-F238E27FC236}">
                  <a16:creationId xmlns:a16="http://schemas.microsoft.com/office/drawing/2014/main" id="{D605E574-B1E9-540B-D82A-1C440357C6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57" name="Freeform: Shape 156">
              <a:extLst>
                <a:ext uri="{FF2B5EF4-FFF2-40B4-BE49-F238E27FC236}">
                  <a16:creationId xmlns:a16="http://schemas.microsoft.com/office/drawing/2014/main" id="{80F23E63-47C5-BC59-769F-52C023FFE0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58" name="Freeform: Shape 157">
              <a:extLst>
                <a:ext uri="{FF2B5EF4-FFF2-40B4-BE49-F238E27FC236}">
                  <a16:creationId xmlns:a16="http://schemas.microsoft.com/office/drawing/2014/main" id="{B292B16F-8453-83E1-6025-EACBBF3701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59" name="Freeform: Shape 158">
              <a:extLst>
                <a:ext uri="{FF2B5EF4-FFF2-40B4-BE49-F238E27FC236}">
                  <a16:creationId xmlns:a16="http://schemas.microsoft.com/office/drawing/2014/main" id="{1C9E1944-3CB2-7AFB-DB1F-D0A8677C2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60" name="Freeform: Shape 159">
              <a:extLst>
                <a:ext uri="{FF2B5EF4-FFF2-40B4-BE49-F238E27FC236}">
                  <a16:creationId xmlns:a16="http://schemas.microsoft.com/office/drawing/2014/main" id="{01213EE0-B354-C96A-018E-61888E9661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61" name="Freeform: Shape 160">
              <a:extLst>
                <a:ext uri="{FF2B5EF4-FFF2-40B4-BE49-F238E27FC236}">
                  <a16:creationId xmlns:a16="http://schemas.microsoft.com/office/drawing/2014/main" id="{192E17EB-DEA4-53CB-D7A1-21C49FFFF1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62" name="Freeform: Shape 161">
              <a:extLst>
                <a:ext uri="{FF2B5EF4-FFF2-40B4-BE49-F238E27FC236}">
                  <a16:creationId xmlns:a16="http://schemas.microsoft.com/office/drawing/2014/main" id="{F4C9C969-E4C1-E5BD-C390-B26801050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63" name="Freeform: Shape 162">
              <a:extLst>
                <a:ext uri="{FF2B5EF4-FFF2-40B4-BE49-F238E27FC236}">
                  <a16:creationId xmlns:a16="http://schemas.microsoft.com/office/drawing/2014/main" id="{774099CA-99F3-858B-DDEA-6DCC7CD6A9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GB" noProof="1"/>
            </a:p>
          </p:txBody>
        </p:sp>
        <p:sp>
          <p:nvSpPr>
            <p:cNvPr id="164" name="Freeform: Shape 163">
              <a:extLst>
                <a:ext uri="{FF2B5EF4-FFF2-40B4-BE49-F238E27FC236}">
                  <a16:creationId xmlns:a16="http://schemas.microsoft.com/office/drawing/2014/main" id="{E83B9D18-84F3-5D3F-329C-BCB873FB97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65" name="Freeform: Shape 164">
              <a:extLst>
                <a:ext uri="{FF2B5EF4-FFF2-40B4-BE49-F238E27FC236}">
                  <a16:creationId xmlns:a16="http://schemas.microsoft.com/office/drawing/2014/main" id="{0B0D2EA8-2BAA-0EC7-CBCD-6A0010B6D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GB" noProof="1"/>
            </a:p>
          </p:txBody>
        </p:sp>
        <p:sp>
          <p:nvSpPr>
            <p:cNvPr id="166" name="Freeform: Shape 165">
              <a:extLst>
                <a:ext uri="{FF2B5EF4-FFF2-40B4-BE49-F238E27FC236}">
                  <a16:creationId xmlns:a16="http://schemas.microsoft.com/office/drawing/2014/main" id="{C45EC8B4-8A94-709B-AAE3-2AF3370CC3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167" name="Freeform: Shape 166">
              <a:extLst>
                <a:ext uri="{FF2B5EF4-FFF2-40B4-BE49-F238E27FC236}">
                  <a16:creationId xmlns:a16="http://schemas.microsoft.com/office/drawing/2014/main" id="{64A33EA1-354F-A593-F0B1-99E0368715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68" name="Freeform: Shape 167">
              <a:extLst>
                <a:ext uri="{FF2B5EF4-FFF2-40B4-BE49-F238E27FC236}">
                  <a16:creationId xmlns:a16="http://schemas.microsoft.com/office/drawing/2014/main" id="{ADEEC7B1-DBA3-551A-3FB0-417BACF5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69" name="Freeform: Shape 168">
              <a:extLst>
                <a:ext uri="{FF2B5EF4-FFF2-40B4-BE49-F238E27FC236}">
                  <a16:creationId xmlns:a16="http://schemas.microsoft.com/office/drawing/2014/main" id="{1B8B396F-7D40-216B-F00F-A089311EB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70" name="Freeform: Shape 169">
              <a:extLst>
                <a:ext uri="{FF2B5EF4-FFF2-40B4-BE49-F238E27FC236}">
                  <a16:creationId xmlns:a16="http://schemas.microsoft.com/office/drawing/2014/main" id="{7E27DD1D-14A6-19C9-9F92-2CEF1B69B6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1" name="Freeform: Shape 170">
              <a:extLst>
                <a:ext uri="{FF2B5EF4-FFF2-40B4-BE49-F238E27FC236}">
                  <a16:creationId xmlns:a16="http://schemas.microsoft.com/office/drawing/2014/main" id="{52C8F30C-CA26-08FF-39E0-3F49B6AC55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72" name="Freeform: Shape 171">
              <a:extLst>
                <a:ext uri="{FF2B5EF4-FFF2-40B4-BE49-F238E27FC236}">
                  <a16:creationId xmlns:a16="http://schemas.microsoft.com/office/drawing/2014/main" id="{A8B6605C-4D24-CCE0-490C-815366330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73" name="Freeform: Shape 172">
              <a:extLst>
                <a:ext uri="{FF2B5EF4-FFF2-40B4-BE49-F238E27FC236}">
                  <a16:creationId xmlns:a16="http://schemas.microsoft.com/office/drawing/2014/main" id="{F3BAEBD2-02BE-17B1-BCCE-BA60BEF004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4" name="Freeform: Shape 173">
              <a:extLst>
                <a:ext uri="{FF2B5EF4-FFF2-40B4-BE49-F238E27FC236}">
                  <a16:creationId xmlns:a16="http://schemas.microsoft.com/office/drawing/2014/main" id="{AC4A80D2-89AC-EA1E-4EC2-CC19F89FB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5" name="Freeform: Shape 174">
              <a:extLst>
                <a:ext uri="{FF2B5EF4-FFF2-40B4-BE49-F238E27FC236}">
                  <a16:creationId xmlns:a16="http://schemas.microsoft.com/office/drawing/2014/main" id="{906B10FE-E4DC-A1D0-5CBB-54C78B80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76" name="Freeform: Shape 175">
              <a:extLst>
                <a:ext uri="{FF2B5EF4-FFF2-40B4-BE49-F238E27FC236}">
                  <a16:creationId xmlns:a16="http://schemas.microsoft.com/office/drawing/2014/main" id="{BBEE5A3D-4D7A-0C55-3A6D-14A1DD5D4C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7" name="Freeform: Shape 176">
              <a:extLst>
                <a:ext uri="{FF2B5EF4-FFF2-40B4-BE49-F238E27FC236}">
                  <a16:creationId xmlns:a16="http://schemas.microsoft.com/office/drawing/2014/main" id="{75BF896F-B89B-4025-20E8-00FAF3A6C5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78" name="Freeform: Shape 177">
              <a:extLst>
                <a:ext uri="{FF2B5EF4-FFF2-40B4-BE49-F238E27FC236}">
                  <a16:creationId xmlns:a16="http://schemas.microsoft.com/office/drawing/2014/main" id="{0381B075-01EB-8BD4-09F6-7EC676698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9" name="Freeform: Shape 178">
              <a:extLst>
                <a:ext uri="{FF2B5EF4-FFF2-40B4-BE49-F238E27FC236}">
                  <a16:creationId xmlns:a16="http://schemas.microsoft.com/office/drawing/2014/main" id="{CEB77F62-7CBF-9892-B85D-55E9009FE5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0" name="Freeform: Shape 179">
              <a:extLst>
                <a:ext uri="{FF2B5EF4-FFF2-40B4-BE49-F238E27FC236}">
                  <a16:creationId xmlns:a16="http://schemas.microsoft.com/office/drawing/2014/main" id="{A33A8E4E-FCED-18FF-0991-E04F79040D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1" name="Freeform: Shape 180">
              <a:extLst>
                <a:ext uri="{FF2B5EF4-FFF2-40B4-BE49-F238E27FC236}">
                  <a16:creationId xmlns:a16="http://schemas.microsoft.com/office/drawing/2014/main" id="{51B3B83A-F98D-7C8E-9D5E-2146A220E2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82" name="Freeform: Shape 181">
              <a:extLst>
                <a:ext uri="{FF2B5EF4-FFF2-40B4-BE49-F238E27FC236}">
                  <a16:creationId xmlns:a16="http://schemas.microsoft.com/office/drawing/2014/main" id="{40F0BC7D-46D5-A0AD-27BA-3892EB2B47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3" name="Freeform: Shape 182">
              <a:extLst>
                <a:ext uri="{FF2B5EF4-FFF2-40B4-BE49-F238E27FC236}">
                  <a16:creationId xmlns:a16="http://schemas.microsoft.com/office/drawing/2014/main" id="{F406DA7D-746D-EC98-5E2E-4746A8492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84" name="Freeform: Shape 183">
              <a:extLst>
                <a:ext uri="{FF2B5EF4-FFF2-40B4-BE49-F238E27FC236}">
                  <a16:creationId xmlns:a16="http://schemas.microsoft.com/office/drawing/2014/main" id="{ADE0BF6D-DD83-FC2D-3932-856027FB7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5" name="Freeform: Shape 184">
              <a:extLst>
                <a:ext uri="{FF2B5EF4-FFF2-40B4-BE49-F238E27FC236}">
                  <a16:creationId xmlns:a16="http://schemas.microsoft.com/office/drawing/2014/main" id="{0911A907-C42B-145D-2F6C-18CA07C41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6" name="Freeform: Shape 185">
              <a:extLst>
                <a:ext uri="{FF2B5EF4-FFF2-40B4-BE49-F238E27FC236}">
                  <a16:creationId xmlns:a16="http://schemas.microsoft.com/office/drawing/2014/main" id="{DB9556FF-5A77-F90A-B252-E06D1195EA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7" name="Freeform: Shape 186">
              <a:extLst>
                <a:ext uri="{FF2B5EF4-FFF2-40B4-BE49-F238E27FC236}">
                  <a16:creationId xmlns:a16="http://schemas.microsoft.com/office/drawing/2014/main" id="{222EBB36-8184-834A-8457-C2D4663A24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88" name="Freeform: Shape 187">
              <a:extLst>
                <a:ext uri="{FF2B5EF4-FFF2-40B4-BE49-F238E27FC236}">
                  <a16:creationId xmlns:a16="http://schemas.microsoft.com/office/drawing/2014/main" id="{C883E2D7-6F8E-FE60-851F-FFD81D1FAB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9" name="Freeform: Shape 188">
              <a:extLst>
                <a:ext uri="{FF2B5EF4-FFF2-40B4-BE49-F238E27FC236}">
                  <a16:creationId xmlns:a16="http://schemas.microsoft.com/office/drawing/2014/main" id="{C082773F-4408-5A79-1C8A-215D016B3C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90" name="Freeform: Shape 189">
              <a:extLst>
                <a:ext uri="{FF2B5EF4-FFF2-40B4-BE49-F238E27FC236}">
                  <a16:creationId xmlns:a16="http://schemas.microsoft.com/office/drawing/2014/main" id="{60630405-398D-3C42-DA99-38259EC082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91" name="Freeform: Shape 190">
              <a:extLst>
                <a:ext uri="{FF2B5EF4-FFF2-40B4-BE49-F238E27FC236}">
                  <a16:creationId xmlns:a16="http://schemas.microsoft.com/office/drawing/2014/main" id="{DFE9F7AC-531B-532F-C23C-E63E3E8A7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92" name="Freeform: Shape 191">
              <a:extLst>
                <a:ext uri="{FF2B5EF4-FFF2-40B4-BE49-F238E27FC236}">
                  <a16:creationId xmlns:a16="http://schemas.microsoft.com/office/drawing/2014/main" id="{474FF0B2-9682-48C7-F907-00451D3033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93" name="Freeform: Shape 192">
              <a:extLst>
                <a:ext uri="{FF2B5EF4-FFF2-40B4-BE49-F238E27FC236}">
                  <a16:creationId xmlns:a16="http://schemas.microsoft.com/office/drawing/2014/main" id="{761BDB56-7F70-6B96-F768-900B1F641C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1"/>
            </a:p>
          </p:txBody>
        </p:sp>
        <p:sp>
          <p:nvSpPr>
            <p:cNvPr id="194" name="Freeform: Shape 193">
              <a:extLst>
                <a:ext uri="{FF2B5EF4-FFF2-40B4-BE49-F238E27FC236}">
                  <a16:creationId xmlns:a16="http://schemas.microsoft.com/office/drawing/2014/main" id="{87A4237D-F421-8874-3E26-DE7D323130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95" name="Freeform: Shape 194">
              <a:extLst>
                <a:ext uri="{FF2B5EF4-FFF2-40B4-BE49-F238E27FC236}">
                  <a16:creationId xmlns:a16="http://schemas.microsoft.com/office/drawing/2014/main" id="{4E3F3C5C-F4D7-8442-ACC6-11EC7051CB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1"/>
            </a:p>
          </p:txBody>
        </p:sp>
        <p:sp>
          <p:nvSpPr>
            <p:cNvPr id="196" name="Freeform: Shape 195">
              <a:extLst>
                <a:ext uri="{FF2B5EF4-FFF2-40B4-BE49-F238E27FC236}">
                  <a16:creationId xmlns:a16="http://schemas.microsoft.com/office/drawing/2014/main" id="{87753E8C-B10E-6A3E-0ABA-3DF9A8BD9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grpSp>
    </p:spTree>
    <p:extLst>
      <p:ext uri="{BB962C8B-B14F-4D97-AF65-F5344CB8AC3E}">
        <p14:creationId xmlns:p14="http://schemas.microsoft.com/office/powerpoint/2010/main" val="4759127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A3A3C2-19EA-5826-891B-268F3983C772}"/>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1ACFA26C-E486-B5A1-83CB-88CBCCBCE9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8421E8DB-0E19-8E97-1AA6-A63F6CD483C3}"/>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noProof="1">
                <a:solidFill>
                  <a:schemeClr val="bg1"/>
                </a:solidFill>
              </a:rPr>
              <a:t>User Testing</a:t>
            </a:r>
            <a:endParaRPr lang="en-GB" sz="3200" kern="1200" noProof="1">
              <a:solidFill>
                <a:schemeClr val="bg1"/>
              </a:solidFill>
              <a:latin typeface="+mj-lt"/>
              <a:ea typeface="+mj-ea"/>
              <a:cs typeface="+mj-cs"/>
            </a:endParaRPr>
          </a:p>
        </p:txBody>
      </p:sp>
      <p:graphicFrame>
        <p:nvGraphicFramePr>
          <p:cNvPr id="3" name="Table 2">
            <a:extLst>
              <a:ext uri="{FF2B5EF4-FFF2-40B4-BE49-F238E27FC236}">
                <a16:creationId xmlns:a16="http://schemas.microsoft.com/office/drawing/2014/main" id="{5FF09A03-0758-3F70-5A1F-D08A9EBECA45}"/>
              </a:ext>
            </a:extLst>
          </p:cNvPr>
          <p:cNvGraphicFramePr>
            <a:graphicFrameLocks noGrp="1"/>
          </p:cNvGraphicFramePr>
          <p:nvPr>
            <p:extLst>
              <p:ext uri="{D42A27DB-BD31-4B8C-83A1-F6EECF244321}">
                <p14:modId xmlns:p14="http://schemas.microsoft.com/office/powerpoint/2010/main" val="3266899640"/>
              </p:ext>
            </p:extLst>
          </p:nvPr>
        </p:nvGraphicFramePr>
        <p:xfrm>
          <a:off x="666410" y="1646492"/>
          <a:ext cx="10859180" cy="4812961"/>
        </p:xfrm>
        <a:graphic>
          <a:graphicData uri="http://schemas.openxmlformats.org/drawingml/2006/table">
            <a:tbl>
              <a:tblPr firstRow="1" bandRow="1">
                <a:tableStyleId>{5C22544A-7EE6-4342-B048-85BDC9FD1C3A}</a:tableStyleId>
              </a:tblPr>
              <a:tblGrid>
                <a:gridCol w="2714795">
                  <a:extLst>
                    <a:ext uri="{9D8B030D-6E8A-4147-A177-3AD203B41FA5}">
                      <a16:colId xmlns:a16="http://schemas.microsoft.com/office/drawing/2014/main" val="436344403"/>
                    </a:ext>
                  </a:extLst>
                </a:gridCol>
                <a:gridCol w="2714795">
                  <a:extLst>
                    <a:ext uri="{9D8B030D-6E8A-4147-A177-3AD203B41FA5}">
                      <a16:colId xmlns:a16="http://schemas.microsoft.com/office/drawing/2014/main" val="246384540"/>
                    </a:ext>
                  </a:extLst>
                </a:gridCol>
                <a:gridCol w="2714795">
                  <a:extLst>
                    <a:ext uri="{9D8B030D-6E8A-4147-A177-3AD203B41FA5}">
                      <a16:colId xmlns:a16="http://schemas.microsoft.com/office/drawing/2014/main" val="3168791227"/>
                    </a:ext>
                  </a:extLst>
                </a:gridCol>
                <a:gridCol w="2714795">
                  <a:extLst>
                    <a:ext uri="{9D8B030D-6E8A-4147-A177-3AD203B41FA5}">
                      <a16:colId xmlns:a16="http://schemas.microsoft.com/office/drawing/2014/main" val="2703819131"/>
                    </a:ext>
                  </a:extLst>
                </a:gridCol>
              </a:tblGrid>
              <a:tr h="313121">
                <a:tc>
                  <a:txBody>
                    <a:bodyPr/>
                    <a:lstStyle/>
                    <a:p>
                      <a:r>
                        <a:rPr lang="en-GB" noProof="1"/>
                        <a:t>Tester</a:t>
                      </a:r>
                    </a:p>
                  </a:txBody>
                  <a:tcPr/>
                </a:tc>
                <a:tc>
                  <a:txBody>
                    <a:bodyPr/>
                    <a:lstStyle/>
                    <a:p>
                      <a:r>
                        <a:rPr lang="en-GB" noProof="1"/>
                        <a:t>Task</a:t>
                      </a:r>
                    </a:p>
                  </a:txBody>
                  <a:tcPr/>
                </a:tc>
                <a:tc>
                  <a:txBody>
                    <a:bodyPr/>
                    <a:lstStyle/>
                    <a:p>
                      <a:r>
                        <a:rPr lang="en-GB" noProof="1"/>
                        <a:t>Issue(s)</a:t>
                      </a:r>
                    </a:p>
                  </a:txBody>
                  <a:tcPr/>
                </a:tc>
                <a:tc>
                  <a:txBody>
                    <a:bodyPr/>
                    <a:lstStyle/>
                    <a:p>
                      <a:r>
                        <a:rPr lang="en-GB" noProof="1"/>
                        <a:t>Changes</a:t>
                      </a:r>
                    </a:p>
                  </a:txBody>
                  <a:tcPr/>
                </a:tc>
                <a:extLst>
                  <a:ext uri="{0D108BD9-81ED-4DB2-BD59-A6C34878D82A}">
                    <a16:rowId xmlns:a16="http://schemas.microsoft.com/office/drawing/2014/main" val="2617500000"/>
                  </a:ext>
                </a:extLst>
              </a:tr>
              <a:tr h="1539514">
                <a:tc>
                  <a:txBody>
                    <a:bodyPr/>
                    <a:lstStyle/>
                    <a:p>
                      <a:r>
                        <a:rPr lang="en-GB" noProof="1"/>
                        <a:t>Tester 1</a:t>
                      </a:r>
                    </a:p>
                  </a:txBody>
                  <a:tcPr/>
                </a:tc>
                <a:tc>
                  <a:txBody>
                    <a:bodyPr/>
                    <a:lstStyle/>
                    <a:p>
                      <a:r>
                        <a:rPr lang="en-GB" noProof="1"/>
                        <a:t>Create &amp; Save Trip</a:t>
                      </a:r>
                    </a:p>
                  </a:txBody>
                  <a:tcPr/>
                </a:tc>
                <a:tc>
                  <a:txBody>
                    <a:bodyPr/>
                    <a:lstStyle/>
                    <a:p>
                      <a:pPr>
                        <a:buNone/>
                      </a:pPr>
                      <a:r>
                        <a:rPr lang="en-US" dirty="0">
                          <a:effectLst/>
                        </a:rPr>
                        <a:t>Could not easily identify how to restart the questionnaire after receiving a destination.</a:t>
                      </a:r>
                    </a:p>
                  </a:txBody>
                  <a:tcPr marL="114300" marR="114300" marT="76200" marB="76200" anchor="ctr"/>
                </a:tc>
                <a:tc>
                  <a:txBody>
                    <a:bodyPr/>
                    <a:lstStyle/>
                    <a:p>
                      <a:r>
                        <a:rPr lang="en-GB" noProof="1"/>
                        <a:t>Highlighted button in red</a:t>
                      </a:r>
                    </a:p>
                  </a:txBody>
                  <a:tcPr/>
                </a:tc>
                <a:extLst>
                  <a:ext uri="{0D108BD9-81ED-4DB2-BD59-A6C34878D82A}">
                    <a16:rowId xmlns:a16="http://schemas.microsoft.com/office/drawing/2014/main" val="1959616990"/>
                  </a:ext>
                </a:extLst>
              </a:tr>
              <a:tr h="1271290">
                <a:tc>
                  <a:txBody>
                    <a:bodyPr/>
                    <a:lstStyle/>
                    <a:p>
                      <a:r>
                        <a:rPr lang="en-GB" noProof="1"/>
                        <a:t>Tester 2</a:t>
                      </a:r>
                    </a:p>
                  </a:txBody>
                  <a:tcPr/>
                </a:tc>
                <a:tc>
                  <a:txBody>
                    <a:bodyPr/>
                    <a:lstStyle/>
                    <a:p>
                      <a:r>
                        <a:rPr lang="en-GB" noProof="1"/>
                        <a:t>View Saved Trip</a:t>
                      </a:r>
                    </a:p>
                  </a:txBody>
                  <a:tcPr/>
                </a:tc>
                <a:tc>
                  <a:txBody>
                    <a:bodyPr/>
                    <a:lstStyle/>
                    <a:p>
                      <a:r>
                        <a:rPr lang="en-US" dirty="0"/>
                        <a:t>Found navigation straightforward and destination recommendations easy to understand.</a:t>
                      </a:r>
                    </a:p>
                  </a:txBody>
                  <a:tcPr/>
                </a:tc>
                <a:tc>
                  <a:txBody>
                    <a:bodyPr/>
                    <a:lstStyle/>
                    <a:p>
                      <a:r>
                        <a:rPr lang="en-GB" noProof="1"/>
                        <a:t>N/A</a:t>
                      </a:r>
                    </a:p>
                  </a:txBody>
                  <a:tcPr/>
                </a:tc>
                <a:extLst>
                  <a:ext uri="{0D108BD9-81ED-4DB2-BD59-A6C34878D82A}">
                    <a16:rowId xmlns:a16="http://schemas.microsoft.com/office/drawing/2014/main" val="1597154272"/>
                  </a:ext>
                </a:extLst>
              </a:tr>
              <a:tr h="1444647">
                <a:tc>
                  <a:txBody>
                    <a:bodyPr/>
                    <a:lstStyle/>
                    <a:p>
                      <a:r>
                        <a:rPr lang="en-GB" noProof="1"/>
                        <a:t>Tester 3</a:t>
                      </a:r>
                    </a:p>
                  </a:txBody>
                  <a:tcPr/>
                </a:tc>
                <a:tc>
                  <a:txBody>
                    <a:bodyPr/>
                    <a:lstStyle/>
                    <a:p>
                      <a:r>
                        <a:rPr lang="en-GB" noProof="1"/>
                        <a:t>Try again</a:t>
                      </a:r>
                    </a:p>
                  </a:txBody>
                  <a:tcPr/>
                </a:tc>
                <a:tc>
                  <a:txBody>
                    <a:bodyPr/>
                    <a:lstStyle/>
                    <a:p>
                      <a:r>
                        <a:rPr lang="en-US" dirty="0"/>
                        <a:t>Expected Try Again to restart the questionnaire rather than generate another destination.</a:t>
                      </a:r>
                    </a:p>
                  </a:txBody>
                  <a:tcPr/>
                </a:tc>
                <a:tc>
                  <a:txBody>
                    <a:bodyPr/>
                    <a:lstStyle/>
                    <a:p>
                      <a:r>
                        <a:rPr lang="en-GB" noProof="1"/>
                        <a:t>Updated app flow and route</a:t>
                      </a:r>
                    </a:p>
                  </a:txBody>
                  <a:tcPr/>
                </a:tc>
                <a:extLst>
                  <a:ext uri="{0D108BD9-81ED-4DB2-BD59-A6C34878D82A}">
                    <a16:rowId xmlns:a16="http://schemas.microsoft.com/office/drawing/2014/main" val="2957298268"/>
                  </a:ext>
                </a:extLst>
              </a:tr>
            </a:tbl>
          </a:graphicData>
        </a:graphic>
      </p:graphicFrame>
    </p:spTree>
    <p:extLst>
      <p:ext uri="{BB962C8B-B14F-4D97-AF65-F5344CB8AC3E}">
        <p14:creationId xmlns:p14="http://schemas.microsoft.com/office/powerpoint/2010/main" val="10903844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44F109-BBED-1294-DC6A-53FF254EBE63}"/>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FB6B710B-FFAF-D6E0-DECD-65095FE789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D619DFAD-87EC-ED67-B321-63A021B22DC1}"/>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noProof="1">
                <a:solidFill>
                  <a:schemeClr val="bg1"/>
                </a:solidFill>
              </a:rPr>
              <a:t>User Testing</a:t>
            </a:r>
            <a:endParaRPr lang="en-GB" sz="3200" kern="1200" noProof="1">
              <a:solidFill>
                <a:schemeClr val="bg1"/>
              </a:solidFill>
              <a:latin typeface="+mj-lt"/>
              <a:ea typeface="+mj-ea"/>
              <a:cs typeface="+mj-cs"/>
            </a:endParaRPr>
          </a:p>
        </p:txBody>
      </p:sp>
      <p:pic>
        <p:nvPicPr>
          <p:cNvPr id="5" name="Picture 4">
            <a:extLst>
              <a:ext uri="{FF2B5EF4-FFF2-40B4-BE49-F238E27FC236}">
                <a16:creationId xmlns:a16="http://schemas.microsoft.com/office/drawing/2014/main" id="{90782B47-1027-3A55-D4F3-B9A5E249B77C}"/>
              </a:ext>
            </a:extLst>
          </p:cNvPr>
          <p:cNvPicPr>
            <a:picLocks noChangeAspect="1"/>
          </p:cNvPicPr>
          <p:nvPr/>
        </p:nvPicPr>
        <p:blipFill>
          <a:blip r:embed="rId2"/>
          <a:stretch>
            <a:fillRect/>
          </a:stretch>
        </p:blipFill>
        <p:spPr>
          <a:xfrm>
            <a:off x="1041401" y="2078514"/>
            <a:ext cx="1805298" cy="3906850"/>
          </a:xfrm>
          <a:prstGeom prst="rect">
            <a:avLst/>
          </a:prstGeom>
        </p:spPr>
      </p:pic>
      <p:pic>
        <p:nvPicPr>
          <p:cNvPr id="7" name="Picture 6">
            <a:extLst>
              <a:ext uri="{FF2B5EF4-FFF2-40B4-BE49-F238E27FC236}">
                <a16:creationId xmlns:a16="http://schemas.microsoft.com/office/drawing/2014/main" id="{F6D1878F-E96C-1BA7-A3F5-3AC3F4B07815}"/>
              </a:ext>
            </a:extLst>
          </p:cNvPr>
          <p:cNvPicPr>
            <a:picLocks noChangeAspect="1"/>
          </p:cNvPicPr>
          <p:nvPr/>
        </p:nvPicPr>
        <p:blipFill>
          <a:blip r:embed="rId3"/>
          <a:stretch>
            <a:fillRect/>
          </a:stretch>
        </p:blipFill>
        <p:spPr>
          <a:xfrm>
            <a:off x="3800806" y="2078514"/>
            <a:ext cx="1805298" cy="3906850"/>
          </a:xfrm>
          <a:prstGeom prst="rect">
            <a:avLst/>
          </a:prstGeom>
        </p:spPr>
      </p:pic>
      <p:sp>
        <p:nvSpPr>
          <p:cNvPr id="8" name="TextBox 7">
            <a:extLst>
              <a:ext uri="{FF2B5EF4-FFF2-40B4-BE49-F238E27FC236}">
                <a16:creationId xmlns:a16="http://schemas.microsoft.com/office/drawing/2014/main" id="{A7B40F58-A4EE-B229-E084-36683CFCA2B9}"/>
              </a:ext>
            </a:extLst>
          </p:cNvPr>
          <p:cNvSpPr txBox="1"/>
          <p:nvPr/>
        </p:nvSpPr>
        <p:spPr>
          <a:xfrm>
            <a:off x="202540" y="3882239"/>
            <a:ext cx="1123950" cy="369332"/>
          </a:xfrm>
          <a:prstGeom prst="rect">
            <a:avLst/>
          </a:prstGeom>
          <a:noFill/>
        </p:spPr>
        <p:txBody>
          <a:bodyPr wrap="square" rtlCol="0">
            <a:spAutoFit/>
          </a:bodyPr>
          <a:lstStyle/>
          <a:p>
            <a:r>
              <a:rPr lang="en-GB" noProof="1"/>
              <a:t>Before:</a:t>
            </a:r>
          </a:p>
        </p:txBody>
      </p:sp>
      <p:sp>
        <p:nvSpPr>
          <p:cNvPr id="9" name="TextBox 8">
            <a:extLst>
              <a:ext uri="{FF2B5EF4-FFF2-40B4-BE49-F238E27FC236}">
                <a16:creationId xmlns:a16="http://schemas.microsoft.com/office/drawing/2014/main" id="{FC7AB297-1D44-119F-2B4E-6E12659FBD38}"/>
              </a:ext>
            </a:extLst>
          </p:cNvPr>
          <p:cNvSpPr txBox="1"/>
          <p:nvPr/>
        </p:nvSpPr>
        <p:spPr>
          <a:xfrm>
            <a:off x="2940547" y="3890978"/>
            <a:ext cx="766411" cy="369332"/>
          </a:xfrm>
          <a:prstGeom prst="rect">
            <a:avLst/>
          </a:prstGeom>
          <a:noFill/>
        </p:spPr>
        <p:txBody>
          <a:bodyPr wrap="square" rtlCol="0">
            <a:spAutoFit/>
          </a:bodyPr>
          <a:lstStyle/>
          <a:p>
            <a:r>
              <a:rPr lang="en-GB" noProof="1"/>
              <a:t>After:</a:t>
            </a:r>
          </a:p>
        </p:txBody>
      </p:sp>
      <p:pic>
        <p:nvPicPr>
          <p:cNvPr id="12" name="Picture 11">
            <a:extLst>
              <a:ext uri="{FF2B5EF4-FFF2-40B4-BE49-F238E27FC236}">
                <a16:creationId xmlns:a16="http://schemas.microsoft.com/office/drawing/2014/main" id="{F482F601-04E6-073B-46A7-2BE9FE58EEA3}"/>
              </a:ext>
            </a:extLst>
          </p:cNvPr>
          <p:cNvPicPr>
            <a:picLocks noChangeAspect="1"/>
          </p:cNvPicPr>
          <p:nvPr/>
        </p:nvPicPr>
        <p:blipFill>
          <a:blip r:embed="rId4"/>
          <a:stretch>
            <a:fillRect/>
          </a:stretch>
        </p:blipFill>
        <p:spPr>
          <a:xfrm>
            <a:off x="6010534" y="2786460"/>
            <a:ext cx="5756922" cy="651916"/>
          </a:xfrm>
          <a:prstGeom prst="rect">
            <a:avLst/>
          </a:prstGeom>
        </p:spPr>
      </p:pic>
      <p:pic>
        <p:nvPicPr>
          <p:cNvPr id="14" name="Picture 13">
            <a:extLst>
              <a:ext uri="{FF2B5EF4-FFF2-40B4-BE49-F238E27FC236}">
                <a16:creationId xmlns:a16="http://schemas.microsoft.com/office/drawing/2014/main" id="{F370BD5F-3969-3A6D-FE16-BE25AEBE20DD}"/>
              </a:ext>
            </a:extLst>
          </p:cNvPr>
          <p:cNvPicPr>
            <a:picLocks noChangeAspect="1"/>
          </p:cNvPicPr>
          <p:nvPr/>
        </p:nvPicPr>
        <p:blipFill>
          <a:blip r:embed="rId5"/>
          <a:stretch>
            <a:fillRect/>
          </a:stretch>
        </p:blipFill>
        <p:spPr>
          <a:xfrm>
            <a:off x="6010535" y="4326102"/>
            <a:ext cx="5756921" cy="658803"/>
          </a:xfrm>
          <a:prstGeom prst="rect">
            <a:avLst/>
          </a:prstGeom>
        </p:spPr>
      </p:pic>
      <p:sp>
        <p:nvSpPr>
          <p:cNvPr id="15" name="TextBox 14">
            <a:extLst>
              <a:ext uri="{FF2B5EF4-FFF2-40B4-BE49-F238E27FC236}">
                <a16:creationId xmlns:a16="http://schemas.microsoft.com/office/drawing/2014/main" id="{7DD45593-510C-6B91-EFC7-A23A5937DA0D}"/>
              </a:ext>
            </a:extLst>
          </p:cNvPr>
          <p:cNvSpPr txBox="1"/>
          <p:nvPr/>
        </p:nvSpPr>
        <p:spPr>
          <a:xfrm>
            <a:off x="2846699" y="1709182"/>
            <a:ext cx="954107" cy="369332"/>
          </a:xfrm>
          <a:prstGeom prst="rect">
            <a:avLst/>
          </a:prstGeom>
          <a:noFill/>
        </p:spPr>
        <p:txBody>
          <a:bodyPr wrap="none" rtlCol="0">
            <a:spAutoFit/>
          </a:bodyPr>
          <a:lstStyle/>
          <a:p>
            <a:r>
              <a:rPr lang="en-GB" noProof="1"/>
              <a:t>Issue 1:</a:t>
            </a:r>
          </a:p>
        </p:txBody>
      </p:sp>
      <p:sp>
        <p:nvSpPr>
          <p:cNvPr id="16" name="TextBox 15">
            <a:extLst>
              <a:ext uri="{FF2B5EF4-FFF2-40B4-BE49-F238E27FC236}">
                <a16:creationId xmlns:a16="http://schemas.microsoft.com/office/drawing/2014/main" id="{AC4FBD45-69D3-DEB3-58B1-C358FD7707E3}"/>
              </a:ext>
            </a:extLst>
          </p:cNvPr>
          <p:cNvSpPr txBox="1"/>
          <p:nvPr/>
        </p:nvSpPr>
        <p:spPr>
          <a:xfrm>
            <a:off x="8411942" y="1678464"/>
            <a:ext cx="954107" cy="369332"/>
          </a:xfrm>
          <a:prstGeom prst="rect">
            <a:avLst/>
          </a:prstGeom>
          <a:noFill/>
        </p:spPr>
        <p:txBody>
          <a:bodyPr wrap="none" rtlCol="0">
            <a:spAutoFit/>
          </a:bodyPr>
          <a:lstStyle/>
          <a:p>
            <a:r>
              <a:rPr lang="en-GB" noProof="1"/>
              <a:t>Issue 3:</a:t>
            </a:r>
          </a:p>
        </p:txBody>
      </p:sp>
      <p:sp>
        <p:nvSpPr>
          <p:cNvPr id="17" name="TextBox 16">
            <a:extLst>
              <a:ext uri="{FF2B5EF4-FFF2-40B4-BE49-F238E27FC236}">
                <a16:creationId xmlns:a16="http://schemas.microsoft.com/office/drawing/2014/main" id="{E9C714A1-32D0-4987-CE24-46340A3EE4CC}"/>
              </a:ext>
            </a:extLst>
          </p:cNvPr>
          <p:cNvSpPr txBox="1"/>
          <p:nvPr/>
        </p:nvSpPr>
        <p:spPr>
          <a:xfrm>
            <a:off x="8411942" y="2231837"/>
            <a:ext cx="954107" cy="369332"/>
          </a:xfrm>
          <a:prstGeom prst="rect">
            <a:avLst/>
          </a:prstGeom>
          <a:noFill/>
        </p:spPr>
        <p:txBody>
          <a:bodyPr wrap="square" rtlCol="0">
            <a:spAutoFit/>
          </a:bodyPr>
          <a:lstStyle/>
          <a:p>
            <a:r>
              <a:rPr lang="en-GB" noProof="1"/>
              <a:t>Before:</a:t>
            </a:r>
          </a:p>
        </p:txBody>
      </p:sp>
      <p:sp>
        <p:nvSpPr>
          <p:cNvPr id="18" name="TextBox 17">
            <a:extLst>
              <a:ext uri="{FF2B5EF4-FFF2-40B4-BE49-F238E27FC236}">
                <a16:creationId xmlns:a16="http://schemas.microsoft.com/office/drawing/2014/main" id="{4BF8A9D7-01D6-3F41-E31D-E226CCE6DC73}"/>
              </a:ext>
            </a:extLst>
          </p:cNvPr>
          <p:cNvSpPr txBox="1"/>
          <p:nvPr/>
        </p:nvSpPr>
        <p:spPr>
          <a:xfrm>
            <a:off x="8411942" y="3697573"/>
            <a:ext cx="954107" cy="369332"/>
          </a:xfrm>
          <a:prstGeom prst="rect">
            <a:avLst/>
          </a:prstGeom>
          <a:noFill/>
        </p:spPr>
        <p:txBody>
          <a:bodyPr wrap="square" rtlCol="0">
            <a:spAutoFit/>
          </a:bodyPr>
          <a:lstStyle/>
          <a:p>
            <a:r>
              <a:rPr lang="en-GB" noProof="1"/>
              <a:t>After:</a:t>
            </a:r>
          </a:p>
        </p:txBody>
      </p:sp>
    </p:spTree>
    <p:extLst>
      <p:ext uri="{BB962C8B-B14F-4D97-AF65-F5344CB8AC3E}">
        <p14:creationId xmlns:p14="http://schemas.microsoft.com/office/powerpoint/2010/main" val="7921421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6F8DB2-347E-90EC-FF48-DC634608FF3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E3DB1DEB-292A-5755-D30F-3ED4CB5983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9" name="Oval 8">
            <a:extLst>
              <a:ext uri="{FF2B5EF4-FFF2-40B4-BE49-F238E27FC236}">
                <a16:creationId xmlns:a16="http://schemas.microsoft.com/office/drawing/2014/main" id="{7290E421-43BB-BD31-6A01-1DA072DF8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11" name="Oval 10">
            <a:extLst>
              <a:ext uri="{FF2B5EF4-FFF2-40B4-BE49-F238E27FC236}">
                <a16:creationId xmlns:a16="http://schemas.microsoft.com/office/drawing/2014/main" id="{EA70C6D4-B1F9-D819-D130-FB0A51C3F4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accent3"/>
              </a:solidFill>
            </a:endParaRPr>
          </a:p>
        </p:txBody>
      </p:sp>
      <p:sp>
        <p:nvSpPr>
          <p:cNvPr id="13" name="Oval 12">
            <a:extLst>
              <a:ext uri="{FF2B5EF4-FFF2-40B4-BE49-F238E27FC236}">
                <a16:creationId xmlns:a16="http://schemas.microsoft.com/office/drawing/2014/main" id="{7DB01573-1F8F-9605-EA31-42E631FD78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84D2DE86-CB62-AD94-9F9C-3270C3C3F6F1}"/>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GB" sz="5400" kern="1200" noProof="1">
                <a:solidFill>
                  <a:schemeClr val="bg1"/>
                </a:solidFill>
                <a:latin typeface="+mj-lt"/>
                <a:ea typeface="+mj-ea"/>
                <a:cs typeface="+mj-cs"/>
              </a:rPr>
              <a:t>Reflection</a:t>
            </a:r>
          </a:p>
        </p:txBody>
      </p:sp>
      <p:sp>
        <p:nvSpPr>
          <p:cNvPr id="15" name="Graphic 212">
            <a:extLst>
              <a:ext uri="{FF2B5EF4-FFF2-40B4-BE49-F238E27FC236}">
                <a16:creationId xmlns:a16="http://schemas.microsoft.com/office/drawing/2014/main" id="{CC4AEBE0-ABD3-29F1-6AAF-DF073DFD9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solidFill>
                <a:schemeClr val="lt1"/>
              </a:solidFill>
            </a:endParaRPr>
          </a:p>
        </p:txBody>
      </p:sp>
      <p:sp>
        <p:nvSpPr>
          <p:cNvPr id="17" name="Graphic 212">
            <a:extLst>
              <a:ext uri="{FF2B5EF4-FFF2-40B4-BE49-F238E27FC236}">
                <a16:creationId xmlns:a16="http://schemas.microsoft.com/office/drawing/2014/main" id="{A628CFF3-2733-AFA6-DBCF-D0FF9D29C2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solidFill>
                <a:schemeClr val="lt1"/>
              </a:solidFill>
            </a:endParaRPr>
          </a:p>
        </p:txBody>
      </p:sp>
      <p:grpSp>
        <p:nvGrpSpPr>
          <p:cNvPr id="19" name="Graphic 190">
            <a:extLst>
              <a:ext uri="{FF2B5EF4-FFF2-40B4-BE49-F238E27FC236}">
                <a16:creationId xmlns:a16="http://schemas.microsoft.com/office/drawing/2014/main" id="{7022C317-E407-C802-B946-A3F75764CF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0" name="Freeform: Shape 19">
              <a:extLst>
                <a:ext uri="{FF2B5EF4-FFF2-40B4-BE49-F238E27FC236}">
                  <a16:creationId xmlns:a16="http://schemas.microsoft.com/office/drawing/2014/main" id="{465F3AB1-4BED-44F9-72A9-B64DF1F404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GB" noProof="1"/>
            </a:p>
          </p:txBody>
        </p:sp>
        <p:sp>
          <p:nvSpPr>
            <p:cNvPr id="21" name="Freeform: Shape 20">
              <a:extLst>
                <a:ext uri="{FF2B5EF4-FFF2-40B4-BE49-F238E27FC236}">
                  <a16:creationId xmlns:a16="http://schemas.microsoft.com/office/drawing/2014/main" id="{B05C853A-2CE8-69AB-7DDD-9E66B4B57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GB" noProof="1"/>
            </a:p>
          </p:txBody>
        </p:sp>
      </p:grpSp>
      <p:sp>
        <p:nvSpPr>
          <p:cNvPr id="23" name="Oval 22">
            <a:extLst>
              <a:ext uri="{FF2B5EF4-FFF2-40B4-BE49-F238E27FC236}">
                <a16:creationId xmlns:a16="http://schemas.microsoft.com/office/drawing/2014/main" id="{94869FB9-C77B-3858-3A59-EB91891DE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p>
        </p:txBody>
      </p:sp>
      <p:sp>
        <p:nvSpPr>
          <p:cNvPr id="25" name="Oval 24">
            <a:extLst>
              <a:ext uri="{FF2B5EF4-FFF2-40B4-BE49-F238E27FC236}">
                <a16:creationId xmlns:a16="http://schemas.microsoft.com/office/drawing/2014/main" id="{6CFF29B0-9B20-B3D9-8EDC-141C8217F2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noProof="1"/>
          </a:p>
        </p:txBody>
      </p:sp>
      <p:grpSp>
        <p:nvGrpSpPr>
          <p:cNvPr id="27" name="Graphic 4">
            <a:extLst>
              <a:ext uri="{FF2B5EF4-FFF2-40B4-BE49-F238E27FC236}">
                <a16:creationId xmlns:a16="http://schemas.microsoft.com/office/drawing/2014/main" id="{8D625CF7-6DCC-35C1-C905-7BBC9FA8F08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8" name="Freeform: Shape 27">
              <a:extLst>
                <a:ext uri="{FF2B5EF4-FFF2-40B4-BE49-F238E27FC236}">
                  <a16:creationId xmlns:a16="http://schemas.microsoft.com/office/drawing/2014/main" id="{71E83FC0-4596-AD58-1BF1-8AB2AD159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1"/>
            </a:p>
          </p:txBody>
        </p:sp>
        <p:sp>
          <p:nvSpPr>
            <p:cNvPr id="29" name="Freeform: Shape 28">
              <a:extLst>
                <a:ext uri="{FF2B5EF4-FFF2-40B4-BE49-F238E27FC236}">
                  <a16:creationId xmlns:a16="http://schemas.microsoft.com/office/drawing/2014/main" id="{9A3A888D-5C5E-0975-342A-9A201E407C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30" name="Freeform: Shape 29">
              <a:extLst>
                <a:ext uri="{FF2B5EF4-FFF2-40B4-BE49-F238E27FC236}">
                  <a16:creationId xmlns:a16="http://schemas.microsoft.com/office/drawing/2014/main" id="{F91F1E17-219F-0FCD-BAE8-C0C7BB16E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31" name="Freeform: Shape 30">
              <a:extLst>
                <a:ext uri="{FF2B5EF4-FFF2-40B4-BE49-F238E27FC236}">
                  <a16:creationId xmlns:a16="http://schemas.microsoft.com/office/drawing/2014/main" id="{CFA6E813-14B8-5663-FD13-9AF97B34FF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32" name="Freeform: Shape 31">
              <a:extLst>
                <a:ext uri="{FF2B5EF4-FFF2-40B4-BE49-F238E27FC236}">
                  <a16:creationId xmlns:a16="http://schemas.microsoft.com/office/drawing/2014/main" id="{991A0B5E-4B63-35C9-D49C-60C96BB473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33" name="Freeform: Shape 32">
              <a:extLst>
                <a:ext uri="{FF2B5EF4-FFF2-40B4-BE49-F238E27FC236}">
                  <a16:creationId xmlns:a16="http://schemas.microsoft.com/office/drawing/2014/main" id="{9717B1A1-7E2D-2495-BB76-3BEA094342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34" name="Freeform: Shape 33">
              <a:extLst>
                <a:ext uri="{FF2B5EF4-FFF2-40B4-BE49-F238E27FC236}">
                  <a16:creationId xmlns:a16="http://schemas.microsoft.com/office/drawing/2014/main" id="{4FEF904F-C406-2C3B-EAC4-F296AADCF1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35" name="Freeform: Shape 34">
              <a:extLst>
                <a:ext uri="{FF2B5EF4-FFF2-40B4-BE49-F238E27FC236}">
                  <a16:creationId xmlns:a16="http://schemas.microsoft.com/office/drawing/2014/main" id="{BFA0445F-AEB5-1C36-ADC8-6C0D543A1A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1"/>
            </a:p>
          </p:txBody>
        </p:sp>
        <p:sp>
          <p:nvSpPr>
            <p:cNvPr id="36" name="Freeform: Shape 35">
              <a:extLst>
                <a:ext uri="{FF2B5EF4-FFF2-40B4-BE49-F238E27FC236}">
                  <a16:creationId xmlns:a16="http://schemas.microsoft.com/office/drawing/2014/main" id="{858D41F5-C29B-F0EF-6FFB-45ABF65CA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37" name="Freeform: Shape 36">
              <a:extLst>
                <a:ext uri="{FF2B5EF4-FFF2-40B4-BE49-F238E27FC236}">
                  <a16:creationId xmlns:a16="http://schemas.microsoft.com/office/drawing/2014/main" id="{76C5CF99-C2A3-B4D7-D4F2-361226C94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38" name="Freeform: Shape 37">
              <a:extLst>
                <a:ext uri="{FF2B5EF4-FFF2-40B4-BE49-F238E27FC236}">
                  <a16:creationId xmlns:a16="http://schemas.microsoft.com/office/drawing/2014/main" id="{7D390A8D-A55A-8C57-401D-F6786D0627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39" name="Freeform: Shape 38">
              <a:extLst>
                <a:ext uri="{FF2B5EF4-FFF2-40B4-BE49-F238E27FC236}">
                  <a16:creationId xmlns:a16="http://schemas.microsoft.com/office/drawing/2014/main" id="{3B002D0F-F8FF-1DDA-C078-090E33EC6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40" name="Freeform: Shape 39">
              <a:extLst>
                <a:ext uri="{FF2B5EF4-FFF2-40B4-BE49-F238E27FC236}">
                  <a16:creationId xmlns:a16="http://schemas.microsoft.com/office/drawing/2014/main" id="{C02B0E79-0815-E527-4AF0-1E293E523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41" name="Freeform: Shape 40">
              <a:extLst>
                <a:ext uri="{FF2B5EF4-FFF2-40B4-BE49-F238E27FC236}">
                  <a16:creationId xmlns:a16="http://schemas.microsoft.com/office/drawing/2014/main" id="{A7AE87A7-FDED-B4FB-87F3-6128D42D9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42" name="Freeform: Shape 41">
              <a:extLst>
                <a:ext uri="{FF2B5EF4-FFF2-40B4-BE49-F238E27FC236}">
                  <a16:creationId xmlns:a16="http://schemas.microsoft.com/office/drawing/2014/main" id="{EC5A8B3D-8818-7FAE-ACFB-B9A41467CE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43" name="Freeform: Shape 42">
              <a:extLst>
                <a:ext uri="{FF2B5EF4-FFF2-40B4-BE49-F238E27FC236}">
                  <a16:creationId xmlns:a16="http://schemas.microsoft.com/office/drawing/2014/main" id="{D4ADFDAA-5B15-93E0-081D-11AA5C17A9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44" name="Freeform: Shape 43">
              <a:extLst>
                <a:ext uri="{FF2B5EF4-FFF2-40B4-BE49-F238E27FC236}">
                  <a16:creationId xmlns:a16="http://schemas.microsoft.com/office/drawing/2014/main" id="{94F4F410-7B27-A32B-2CAE-81F23292AA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45" name="Freeform: Shape 44">
              <a:extLst>
                <a:ext uri="{FF2B5EF4-FFF2-40B4-BE49-F238E27FC236}">
                  <a16:creationId xmlns:a16="http://schemas.microsoft.com/office/drawing/2014/main" id="{3434FD5C-E6D5-0F9F-D443-B94126441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46" name="Freeform: Shape 45">
              <a:extLst>
                <a:ext uri="{FF2B5EF4-FFF2-40B4-BE49-F238E27FC236}">
                  <a16:creationId xmlns:a16="http://schemas.microsoft.com/office/drawing/2014/main" id="{4743C6F9-A1E4-B050-1AF0-17F859331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47" name="Freeform: Shape 46">
              <a:extLst>
                <a:ext uri="{FF2B5EF4-FFF2-40B4-BE49-F238E27FC236}">
                  <a16:creationId xmlns:a16="http://schemas.microsoft.com/office/drawing/2014/main" id="{1CEEA754-5261-838B-2B57-6DAA944D7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48" name="Freeform: Shape 47">
              <a:extLst>
                <a:ext uri="{FF2B5EF4-FFF2-40B4-BE49-F238E27FC236}">
                  <a16:creationId xmlns:a16="http://schemas.microsoft.com/office/drawing/2014/main" id="{5D6B5BC9-E170-A7CD-6A9A-6D8319022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49" name="Freeform: Shape 48">
              <a:extLst>
                <a:ext uri="{FF2B5EF4-FFF2-40B4-BE49-F238E27FC236}">
                  <a16:creationId xmlns:a16="http://schemas.microsoft.com/office/drawing/2014/main" id="{1A7FB493-7180-4A18-DDCC-C2504A6F8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50" name="Freeform: Shape 49">
              <a:extLst>
                <a:ext uri="{FF2B5EF4-FFF2-40B4-BE49-F238E27FC236}">
                  <a16:creationId xmlns:a16="http://schemas.microsoft.com/office/drawing/2014/main" id="{1BAE1B44-1E4D-39CD-C4E4-23B1FE1C8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1" name="Freeform: Shape 50">
              <a:extLst>
                <a:ext uri="{FF2B5EF4-FFF2-40B4-BE49-F238E27FC236}">
                  <a16:creationId xmlns:a16="http://schemas.microsoft.com/office/drawing/2014/main" id="{0F6FDC42-2FA1-FC9B-D7C0-1F998D4989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2" name="Freeform: Shape 51">
              <a:extLst>
                <a:ext uri="{FF2B5EF4-FFF2-40B4-BE49-F238E27FC236}">
                  <a16:creationId xmlns:a16="http://schemas.microsoft.com/office/drawing/2014/main" id="{1B0B4553-EBB4-A9BF-B97F-708E971EC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3" name="Freeform: Shape 52">
              <a:extLst>
                <a:ext uri="{FF2B5EF4-FFF2-40B4-BE49-F238E27FC236}">
                  <a16:creationId xmlns:a16="http://schemas.microsoft.com/office/drawing/2014/main" id="{3B4BEAC4-5BCC-C1B9-FD5C-7BB3E347D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4" name="Freeform: Shape 53">
              <a:extLst>
                <a:ext uri="{FF2B5EF4-FFF2-40B4-BE49-F238E27FC236}">
                  <a16:creationId xmlns:a16="http://schemas.microsoft.com/office/drawing/2014/main" id="{B4A345C0-DE97-00D5-72D0-50966E471C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55" name="Freeform: Shape 54">
              <a:extLst>
                <a:ext uri="{FF2B5EF4-FFF2-40B4-BE49-F238E27FC236}">
                  <a16:creationId xmlns:a16="http://schemas.microsoft.com/office/drawing/2014/main" id="{5AA29527-4651-2685-C436-059644D76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56" name="Freeform: Shape 55">
              <a:extLst>
                <a:ext uri="{FF2B5EF4-FFF2-40B4-BE49-F238E27FC236}">
                  <a16:creationId xmlns:a16="http://schemas.microsoft.com/office/drawing/2014/main" id="{F0182379-3797-BACE-585B-1FDC6E303E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57" name="Freeform: Shape 56">
              <a:extLst>
                <a:ext uri="{FF2B5EF4-FFF2-40B4-BE49-F238E27FC236}">
                  <a16:creationId xmlns:a16="http://schemas.microsoft.com/office/drawing/2014/main" id="{543AA8A4-D83E-46C4-4DE0-48A450AB87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58" name="Freeform: Shape 57">
              <a:extLst>
                <a:ext uri="{FF2B5EF4-FFF2-40B4-BE49-F238E27FC236}">
                  <a16:creationId xmlns:a16="http://schemas.microsoft.com/office/drawing/2014/main" id="{3480A224-9A15-1E0D-0D92-0EFC3DF982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59" name="Freeform: Shape 58">
              <a:extLst>
                <a:ext uri="{FF2B5EF4-FFF2-40B4-BE49-F238E27FC236}">
                  <a16:creationId xmlns:a16="http://schemas.microsoft.com/office/drawing/2014/main" id="{FEC648CC-F595-FE32-177C-C2A35A0ED6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0" name="Freeform: Shape 59">
              <a:extLst>
                <a:ext uri="{FF2B5EF4-FFF2-40B4-BE49-F238E27FC236}">
                  <a16:creationId xmlns:a16="http://schemas.microsoft.com/office/drawing/2014/main" id="{F64BA0E8-89C6-F1F6-31FA-C72AB5B053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1" name="Freeform: Shape 60">
              <a:extLst>
                <a:ext uri="{FF2B5EF4-FFF2-40B4-BE49-F238E27FC236}">
                  <a16:creationId xmlns:a16="http://schemas.microsoft.com/office/drawing/2014/main" id="{38947FA9-A6D6-1EDF-5C74-3F833359B8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2" name="Freeform: Shape 61">
              <a:extLst>
                <a:ext uri="{FF2B5EF4-FFF2-40B4-BE49-F238E27FC236}">
                  <a16:creationId xmlns:a16="http://schemas.microsoft.com/office/drawing/2014/main" id="{5CB2727E-E56A-62E7-B67E-1B99B269AE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3" name="Freeform: Shape 62">
              <a:extLst>
                <a:ext uri="{FF2B5EF4-FFF2-40B4-BE49-F238E27FC236}">
                  <a16:creationId xmlns:a16="http://schemas.microsoft.com/office/drawing/2014/main" id="{912A4105-6E3C-5A16-89D3-6F898100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64" name="Freeform: Shape 63">
              <a:extLst>
                <a:ext uri="{FF2B5EF4-FFF2-40B4-BE49-F238E27FC236}">
                  <a16:creationId xmlns:a16="http://schemas.microsoft.com/office/drawing/2014/main" id="{52F3D2FF-AD78-887D-F620-1E6776C84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65" name="Freeform: Shape 64">
              <a:extLst>
                <a:ext uri="{FF2B5EF4-FFF2-40B4-BE49-F238E27FC236}">
                  <a16:creationId xmlns:a16="http://schemas.microsoft.com/office/drawing/2014/main" id="{7820ED28-A1C0-5388-A151-AF44B8B75A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66" name="Freeform: Shape 65">
              <a:extLst>
                <a:ext uri="{FF2B5EF4-FFF2-40B4-BE49-F238E27FC236}">
                  <a16:creationId xmlns:a16="http://schemas.microsoft.com/office/drawing/2014/main" id="{51104707-B713-52FE-8C22-58F68DDCD0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67" name="Freeform: Shape 66">
              <a:extLst>
                <a:ext uri="{FF2B5EF4-FFF2-40B4-BE49-F238E27FC236}">
                  <a16:creationId xmlns:a16="http://schemas.microsoft.com/office/drawing/2014/main" id="{0C4F5F2E-1110-DF9E-009C-5D6F0C075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68" name="Freeform: Shape 67">
              <a:extLst>
                <a:ext uri="{FF2B5EF4-FFF2-40B4-BE49-F238E27FC236}">
                  <a16:creationId xmlns:a16="http://schemas.microsoft.com/office/drawing/2014/main" id="{9FA7A8D5-6193-6053-7692-2567BF6A90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69" name="Freeform: Shape 68">
              <a:extLst>
                <a:ext uri="{FF2B5EF4-FFF2-40B4-BE49-F238E27FC236}">
                  <a16:creationId xmlns:a16="http://schemas.microsoft.com/office/drawing/2014/main" id="{C3F86BFA-F712-6C20-CC06-F5C529F38F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70" name="Freeform: Shape 69">
              <a:extLst>
                <a:ext uri="{FF2B5EF4-FFF2-40B4-BE49-F238E27FC236}">
                  <a16:creationId xmlns:a16="http://schemas.microsoft.com/office/drawing/2014/main" id="{A59EC9D2-3BA2-AD61-C012-9331B6DC4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71" name="Freeform: Shape 70">
              <a:extLst>
                <a:ext uri="{FF2B5EF4-FFF2-40B4-BE49-F238E27FC236}">
                  <a16:creationId xmlns:a16="http://schemas.microsoft.com/office/drawing/2014/main" id="{1C2A6A8E-E007-7E80-2057-0EBFB9E840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2" name="Freeform: Shape 71">
              <a:extLst>
                <a:ext uri="{FF2B5EF4-FFF2-40B4-BE49-F238E27FC236}">
                  <a16:creationId xmlns:a16="http://schemas.microsoft.com/office/drawing/2014/main" id="{915FFF1C-E9F3-7B40-C047-770DD0E10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3" name="Freeform: Shape 72">
              <a:extLst>
                <a:ext uri="{FF2B5EF4-FFF2-40B4-BE49-F238E27FC236}">
                  <a16:creationId xmlns:a16="http://schemas.microsoft.com/office/drawing/2014/main" id="{11CD84CA-FBC9-3157-5C1B-207027AE88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4" name="Freeform: Shape 73">
              <a:extLst>
                <a:ext uri="{FF2B5EF4-FFF2-40B4-BE49-F238E27FC236}">
                  <a16:creationId xmlns:a16="http://schemas.microsoft.com/office/drawing/2014/main" id="{60F5D055-D9E1-44C9-D2A7-B3205C7BA9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5" name="Freeform: Shape 74">
              <a:extLst>
                <a:ext uri="{FF2B5EF4-FFF2-40B4-BE49-F238E27FC236}">
                  <a16:creationId xmlns:a16="http://schemas.microsoft.com/office/drawing/2014/main" id="{75AF1EFD-FF85-392A-2C65-B2321D3CD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6" name="Freeform: Shape 75">
              <a:extLst>
                <a:ext uri="{FF2B5EF4-FFF2-40B4-BE49-F238E27FC236}">
                  <a16:creationId xmlns:a16="http://schemas.microsoft.com/office/drawing/2014/main" id="{6F769DAD-F2A0-83B5-52C8-000E27CA25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77" name="Freeform: Shape 76">
              <a:extLst>
                <a:ext uri="{FF2B5EF4-FFF2-40B4-BE49-F238E27FC236}">
                  <a16:creationId xmlns:a16="http://schemas.microsoft.com/office/drawing/2014/main" id="{D066FB6F-3AAE-CF81-C526-4C664193E1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78" name="Freeform: Shape 77">
              <a:extLst>
                <a:ext uri="{FF2B5EF4-FFF2-40B4-BE49-F238E27FC236}">
                  <a16:creationId xmlns:a16="http://schemas.microsoft.com/office/drawing/2014/main" id="{CA1EC5FA-BDFA-5585-4CD2-66D712CD7F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79" name="Freeform: Shape 78">
              <a:extLst>
                <a:ext uri="{FF2B5EF4-FFF2-40B4-BE49-F238E27FC236}">
                  <a16:creationId xmlns:a16="http://schemas.microsoft.com/office/drawing/2014/main" id="{FE99B01E-D707-03B5-592A-F6A60B785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GB" noProof="1"/>
            </a:p>
          </p:txBody>
        </p:sp>
        <p:sp>
          <p:nvSpPr>
            <p:cNvPr id="80" name="Freeform: Shape 79">
              <a:extLst>
                <a:ext uri="{FF2B5EF4-FFF2-40B4-BE49-F238E27FC236}">
                  <a16:creationId xmlns:a16="http://schemas.microsoft.com/office/drawing/2014/main" id="{6D07FD74-E519-000A-BB3E-B36770BEB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81" name="Freeform: Shape 80">
              <a:extLst>
                <a:ext uri="{FF2B5EF4-FFF2-40B4-BE49-F238E27FC236}">
                  <a16:creationId xmlns:a16="http://schemas.microsoft.com/office/drawing/2014/main" id="{324DD3F4-A761-1B41-4857-550859EC82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GB" noProof="1"/>
            </a:p>
          </p:txBody>
        </p:sp>
        <p:sp>
          <p:nvSpPr>
            <p:cNvPr id="82" name="Freeform: Shape 81">
              <a:extLst>
                <a:ext uri="{FF2B5EF4-FFF2-40B4-BE49-F238E27FC236}">
                  <a16:creationId xmlns:a16="http://schemas.microsoft.com/office/drawing/2014/main" id="{B6A0BDB9-6AC6-7C8D-5BA7-CCB9A09D11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83" name="Freeform: Shape 82">
              <a:extLst>
                <a:ext uri="{FF2B5EF4-FFF2-40B4-BE49-F238E27FC236}">
                  <a16:creationId xmlns:a16="http://schemas.microsoft.com/office/drawing/2014/main" id="{49694E42-CD94-79BD-2E50-375FEEEB2A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84" name="Freeform: Shape 83">
              <a:extLst>
                <a:ext uri="{FF2B5EF4-FFF2-40B4-BE49-F238E27FC236}">
                  <a16:creationId xmlns:a16="http://schemas.microsoft.com/office/drawing/2014/main" id="{D35338E4-3397-270E-F261-E0DBB8FCF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85" name="Freeform: Shape 84">
              <a:extLst>
                <a:ext uri="{FF2B5EF4-FFF2-40B4-BE49-F238E27FC236}">
                  <a16:creationId xmlns:a16="http://schemas.microsoft.com/office/drawing/2014/main" id="{A0627DCF-EAB4-2684-6D71-267A8A0E0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1"/>
            </a:p>
          </p:txBody>
        </p:sp>
        <p:sp>
          <p:nvSpPr>
            <p:cNvPr id="86" name="Freeform: Shape 85">
              <a:extLst>
                <a:ext uri="{FF2B5EF4-FFF2-40B4-BE49-F238E27FC236}">
                  <a16:creationId xmlns:a16="http://schemas.microsoft.com/office/drawing/2014/main" id="{ED025447-72F4-A3F0-F6E6-91234F38D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87" name="Freeform: Shape 86">
              <a:extLst>
                <a:ext uri="{FF2B5EF4-FFF2-40B4-BE49-F238E27FC236}">
                  <a16:creationId xmlns:a16="http://schemas.microsoft.com/office/drawing/2014/main" id="{D15FBE7A-95EC-C6B5-97F9-0FDFAA559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1"/>
            </a:p>
          </p:txBody>
        </p:sp>
        <p:sp>
          <p:nvSpPr>
            <p:cNvPr id="88" name="Freeform: Shape 87">
              <a:extLst>
                <a:ext uri="{FF2B5EF4-FFF2-40B4-BE49-F238E27FC236}">
                  <a16:creationId xmlns:a16="http://schemas.microsoft.com/office/drawing/2014/main" id="{13C01487-67A0-27A5-6CD4-F2D8BD4D9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89" name="Freeform: Shape 88">
              <a:extLst>
                <a:ext uri="{FF2B5EF4-FFF2-40B4-BE49-F238E27FC236}">
                  <a16:creationId xmlns:a16="http://schemas.microsoft.com/office/drawing/2014/main" id="{97F750DF-02C3-F976-9706-54EFCDA8C7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90" name="Freeform: Shape 89">
              <a:extLst>
                <a:ext uri="{FF2B5EF4-FFF2-40B4-BE49-F238E27FC236}">
                  <a16:creationId xmlns:a16="http://schemas.microsoft.com/office/drawing/2014/main" id="{9CC1DAB2-69BF-74AE-D788-229E005537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91" name="Freeform: Shape 90">
              <a:extLst>
                <a:ext uri="{FF2B5EF4-FFF2-40B4-BE49-F238E27FC236}">
                  <a16:creationId xmlns:a16="http://schemas.microsoft.com/office/drawing/2014/main" id="{81A24747-3CF5-7C0F-68AE-8DC005501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92" name="Freeform: Shape 91">
              <a:extLst>
                <a:ext uri="{FF2B5EF4-FFF2-40B4-BE49-F238E27FC236}">
                  <a16:creationId xmlns:a16="http://schemas.microsoft.com/office/drawing/2014/main" id="{49B15504-6DF1-D530-BE0A-8A10A8026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93" name="Freeform: Shape 92">
              <a:extLst>
                <a:ext uri="{FF2B5EF4-FFF2-40B4-BE49-F238E27FC236}">
                  <a16:creationId xmlns:a16="http://schemas.microsoft.com/office/drawing/2014/main" id="{193B59AA-0E27-D363-A270-BADAEDE7F0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94" name="Freeform: Shape 93">
              <a:extLst>
                <a:ext uri="{FF2B5EF4-FFF2-40B4-BE49-F238E27FC236}">
                  <a16:creationId xmlns:a16="http://schemas.microsoft.com/office/drawing/2014/main" id="{B7C9B295-5F09-2B83-1E02-C5D40F2C9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95" name="Freeform: Shape 94">
              <a:extLst>
                <a:ext uri="{FF2B5EF4-FFF2-40B4-BE49-F238E27FC236}">
                  <a16:creationId xmlns:a16="http://schemas.microsoft.com/office/drawing/2014/main" id="{2A1627D8-C71D-24F6-2B84-CCB52CFFF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96" name="Freeform: Shape 95">
              <a:extLst>
                <a:ext uri="{FF2B5EF4-FFF2-40B4-BE49-F238E27FC236}">
                  <a16:creationId xmlns:a16="http://schemas.microsoft.com/office/drawing/2014/main" id="{DADDD805-EFAF-138C-27B1-ED9D9ED324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97" name="Freeform: Shape 96">
              <a:extLst>
                <a:ext uri="{FF2B5EF4-FFF2-40B4-BE49-F238E27FC236}">
                  <a16:creationId xmlns:a16="http://schemas.microsoft.com/office/drawing/2014/main" id="{E41CC92E-16FD-CCCD-C728-4ED18F8FD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1"/>
            </a:p>
          </p:txBody>
        </p:sp>
        <p:sp>
          <p:nvSpPr>
            <p:cNvPr id="98" name="Freeform: Shape 97">
              <a:extLst>
                <a:ext uri="{FF2B5EF4-FFF2-40B4-BE49-F238E27FC236}">
                  <a16:creationId xmlns:a16="http://schemas.microsoft.com/office/drawing/2014/main" id="{25502C28-387C-8000-0FF4-F003E8461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99" name="Freeform: Shape 98">
              <a:extLst>
                <a:ext uri="{FF2B5EF4-FFF2-40B4-BE49-F238E27FC236}">
                  <a16:creationId xmlns:a16="http://schemas.microsoft.com/office/drawing/2014/main" id="{077695E3-9897-7569-5EED-B5344F3550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1"/>
            </a:p>
          </p:txBody>
        </p:sp>
        <p:sp>
          <p:nvSpPr>
            <p:cNvPr id="100" name="Freeform: Shape 99">
              <a:extLst>
                <a:ext uri="{FF2B5EF4-FFF2-40B4-BE49-F238E27FC236}">
                  <a16:creationId xmlns:a16="http://schemas.microsoft.com/office/drawing/2014/main" id="{9619B855-42F6-78B0-9597-4934855332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1" name="Freeform: Shape 100">
              <a:extLst>
                <a:ext uri="{FF2B5EF4-FFF2-40B4-BE49-F238E27FC236}">
                  <a16:creationId xmlns:a16="http://schemas.microsoft.com/office/drawing/2014/main" id="{EEF498F3-42B2-3540-6D56-FFE037B67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2" name="Freeform: Shape 101">
              <a:extLst>
                <a:ext uri="{FF2B5EF4-FFF2-40B4-BE49-F238E27FC236}">
                  <a16:creationId xmlns:a16="http://schemas.microsoft.com/office/drawing/2014/main" id="{649F82D3-2494-EA76-08FD-E4AF8FED38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3" name="Freeform: Shape 102">
              <a:extLst>
                <a:ext uri="{FF2B5EF4-FFF2-40B4-BE49-F238E27FC236}">
                  <a16:creationId xmlns:a16="http://schemas.microsoft.com/office/drawing/2014/main" id="{9AFFDD91-2A87-A554-9697-75B13D882C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04" name="Freeform: Shape 103">
              <a:extLst>
                <a:ext uri="{FF2B5EF4-FFF2-40B4-BE49-F238E27FC236}">
                  <a16:creationId xmlns:a16="http://schemas.microsoft.com/office/drawing/2014/main" id="{E3DFB2BA-5AD1-018E-E6E7-A03B944653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5" name="Freeform: Shape 104">
              <a:extLst>
                <a:ext uri="{FF2B5EF4-FFF2-40B4-BE49-F238E27FC236}">
                  <a16:creationId xmlns:a16="http://schemas.microsoft.com/office/drawing/2014/main" id="{68A9E1EA-C7B7-B9B3-90B5-F8153C7470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06" name="Freeform: Shape 105">
              <a:extLst>
                <a:ext uri="{FF2B5EF4-FFF2-40B4-BE49-F238E27FC236}">
                  <a16:creationId xmlns:a16="http://schemas.microsoft.com/office/drawing/2014/main" id="{8E0BB029-5E88-446D-5766-FD45B5C6CD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07" name="Freeform: Shape 106">
              <a:extLst>
                <a:ext uri="{FF2B5EF4-FFF2-40B4-BE49-F238E27FC236}">
                  <a16:creationId xmlns:a16="http://schemas.microsoft.com/office/drawing/2014/main" id="{974256D7-CDAD-5A9A-971B-7C7E2E73E5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08" name="Freeform: Shape 107">
              <a:extLst>
                <a:ext uri="{FF2B5EF4-FFF2-40B4-BE49-F238E27FC236}">
                  <a16:creationId xmlns:a16="http://schemas.microsoft.com/office/drawing/2014/main" id="{6FF41426-1B33-B970-358E-CD0B2F6A90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09" name="Freeform: Shape 108">
              <a:extLst>
                <a:ext uri="{FF2B5EF4-FFF2-40B4-BE49-F238E27FC236}">
                  <a16:creationId xmlns:a16="http://schemas.microsoft.com/office/drawing/2014/main" id="{E980AF53-BE3E-D8D0-6678-409F03FBCA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1"/>
            </a:p>
          </p:txBody>
        </p:sp>
        <p:sp>
          <p:nvSpPr>
            <p:cNvPr id="110" name="Freeform: Shape 109">
              <a:extLst>
                <a:ext uri="{FF2B5EF4-FFF2-40B4-BE49-F238E27FC236}">
                  <a16:creationId xmlns:a16="http://schemas.microsoft.com/office/drawing/2014/main" id="{CC91C3D4-58D7-596D-9357-2E7A52F9A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11" name="Freeform: Shape 110">
              <a:extLst>
                <a:ext uri="{FF2B5EF4-FFF2-40B4-BE49-F238E27FC236}">
                  <a16:creationId xmlns:a16="http://schemas.microsoft.com/office/drawing/2014/main" id="{C635829B-6CA4-ACD3-E635-DA1DD4587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1"/>
            </a:p>
          </p:txBody>
        </p:sp>
        <p:sp>
          <p:nvSpPr>
            <p:cNvPr id="112" name="Freeform: Shape 111">
              <a:extLst>
                <a:ext uri="{FF2B5EF4-FFF2-40B4-BE49-F238E27FC236}">
                  <a16:creationId xmlns:a16="http://schemas.microsoft.com/office/drawing/2014/main" id="{AEAF270B-46AD-FC21-5E94-B8E09D286C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3" name="Freeform: Shape 112">
              <a:extLst>
                <a:ext uri="{FF2B5EF4-FFF2-40B4-BE49-F238E27FC236}">
                  <a16:creationId xmlns:a16="http://schemas.microsoft.com/office/drawing/2014/main" id="{B89CA6DD-4914-04F0-1209-F25196ABA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4" name="Freeform: Shape 113">
              <a:extLst>
                <a:ext uri="{FF2B5EF4-FFF2-40B4-BE49-F238E27FC236}">
                  <a16:creationId xmlns:a16="http://schemas.microsoft.com/office/drawing/2014/main" id="{739A9590-24F6-D164-6236-0F71204F6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5" name="Freeform: Shape 114">
              <a:extLst>
                <a:ext uri="{FF2B5EF4-FFF2-40B4-BE49-F238E27FC236}">
                  <a16:creationId xmlns:a16="http://schemas.microsoft.com/office/drawing/2014/main" id="{6DAACB25-0049-6BD2-1C50-964A4860A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16" name="Freeform: Shape 115">
              <a:extLst>
                <a:ext uri="{FF2B5EF4-FFF2-40B4-BE49-F238E27FC236}">
                  <a16:creationId xmlns:a16="http://schemas.microsoft.com/office/drawing/2014/main" id="{81353174-9BB2-B134-3288-A32F8DE55F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7" name="Freeform: Shape 116">
              <a:extLst>
                <a:ext uri="{FF2B5EF4-FFF2-40B4-BE49-F238E27FC236}">
                  <a16:creationId xmlns:a16="http://schemas.microsoft.com/office/drawing/2014/main" id="{8F17D440-0DF1-9A76-02E7-0375CCDA1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18" name="Freeform: Shape 117">
              <a:extLst>
                <a:ext uri="{FF2B5EF4-FFF2-40B4-BE49-F238E27FC236}">
                  <a16:creationId xmlns:a16="http://schemas.microsoft.com/office/drawing/2014/main" id="{0F9993EF-A865-7F8D-5A65-D5B4ED6A9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19" name="Freeform: Shape 118">
              <a:extLst>
                <a:ext uri="{FF2B5EF4-FFF2-40B4-BE49-F238E27FC236}">
                  <a16:creationId xmlns:a16="http://schemas.microsoft.com/office/drawing/2014/main" id="{9BBDC764-454A-949A-CCA5-7BC292490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GB" noProof="1"/>
            </a:p>
          </p:txBody>
        </p:sp>
        <p:sp>
          <p:nvSpPr>
            <p:cNvPr id="120" name="Freeform: Shape 119">
              <a:extLst>
                <a:ext uri="{FF2B5EF4-FFF2-40B4-BE49-F238E27FC236}">
                  <a16:creationId xmlns:a16="http://schemas.microsoft.com/office/drawing/2014/main" id="{E2B3F3D9-E424-A89D-DA92-DF2B806C3F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121" name="Freeform: Shape 120">
              <a:extLst>
                <a:ext uri="{FF2B5EF4-FFF2-40B4-BE49-F238E27FC236}">
                  <a16:creationId xmlns:a16="http://schemas.microsoft.com/office/drawing/2014/main" id="{632475A5-966A-3E40-2385-F8AFA87F53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22" name="Freeform: Shape 121">
              <a:extLst>
                <a:ext uri="{FF2B5EF4-FFF2-40B4-BE49-F238E27FC236}">
                  <a16:creationId xmlns:a16="http://schemas.microsoft.com/office/drawing/2014/main" id="{17FD961C-318D-331E-BD49-ED4E0805BA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23" name="Freeform: Shape 122">
              <a:extLst>
                <a:ext uri="{FF2B5EF4-FFF2-40B4-BE49-F238E27FC236}">
                  <a16:creationId xmlns:a16="http://schemas.microsoft.com/office/drawing/2014/main" id="{FA40E535-56C2-7114-AADB-993380BD9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24" name="Freeform: Shape 123">
              <a:extLst>
                <a:ext uri="{FF2B5EF4-FFF2-40B4-BE49-F238E27FC236}">
                  <a16:creationId xmlns:a16="http://schemas.microsoft.com/office/drawing/2014/main" id="{7AC12D4F-A16C-6906-34CE-07AC1C5CD9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125" name="Freeform: Shape 124">
              <a:extLst>
                <a:ext uri="{FF2B5EF4-FFF2-40B4-BE49-F238E27FC236}">
                  <a16:creationId xmlns:a16="http://schemas.microsoft.com/office/drawing/2014/main" id="{8A3EFF71-DB93-DDF3-8CD0-CD30F5DF3E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26" name="Freeform: Shape 125">
              <a:extLst>
                <a:ext uri="{FF2B5EF4-FFF2-40B4-BE49-F238E27FC236}">
                  <a16:creationId xmlns:a16="http://schemas.microsoft.com/office/drawing/2014/main" id="{688C300C-3FE1-426D-8B9C-0DE298AF6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27" name="Freeform: Shape 126">
              <a:extLst>
                <a:ext uri="{FF2B5EF4-FFF2-40B4-BE49-F238E27FC236}">
                  <a16:creationId xmlns:a16="http://schemas.microsoft.com/office/drawing/2014/main" id="{DE29BC5F-FC42-C5F6-3F3F-63183362B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28" name="Freeform: Shape 127">
              <a:extLst>
                <a:ext uri="{FF2B5EF4-FFF2-40B4-BE49-F238E27FC236}">
                  <a16:creationId xmlns:a16="http://schemas.microsoft.com/office/drawing/2014/main" id="{8EBD73C7-812A-CDCF-DB89-8493152900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29" name="Freeform: Shape 128">
              <a:extLst>
                <a:ext uri="{FF2B5EF4-FFF2-40B4-BE49-F238E27FC236}">
                  <a16:creationId xmlns:a16="http://schemas.microsoft.com/office/drawing/2014/main" id="{0B70CEE9-9AB5-519A-1DC5-EDA3AA5C7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0" name="Freeform: Shape 129">
              <a:extLst>
                <a:ext uri="{FF2B5EF4-FFF2-40B4-BE49-F238E27FC236}">
                  <a16:creationId xmlns:a16="http://schemas.microsoft.com/office/drawing/2014/main" id="{6A5EB684-4DC0-A880-69EE-C6E0A0225B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1" name="Freeform: Shape 130">
              <a:extLst>
                <a:ext uri="{FF2B5EF4-FFF2-40B4-BE49-F238E27FC236}">
                  <a16:creationId xmlns:a16="http://schemas.microsoft.com/office/drawing/2014/main" id="{37A87CD7-0B25-1103-602D-C0CBDA4173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32" name="Freeform: Shape 131">
              <a:extLst>
                <a:ext uri="{FF2B5EF4-FFF2-40B4-BE49-F238E27FC236}">
                  <a16:creationId xmlns:a16="http://schemas.microsoft.com/office/drawing/2014/main" id="{C206ADC6-3FB0-42FC-BC74-DC20470EF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3" name="Freeform: Shape 132">
              <a:extLst>
                <a:ext uri="{FF2B5EF4-FFF2-40B4-BE49-F238E27FC236}">
                  <a16:creationId xmlns:a16="http://schemas.microsoft.com/office/drawing/2014/main" id="{24B69EC6-4149-857E-9453-70B6F6AB18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34" name="Freeform: Shape 133">
              <a:extLst>
                <a:ext uri="{FF2B5EF4-FFF2-40B4-BE49-F238E27FC236}">
                  <a16:creationId xmlns:a16="http://schemas.microsoft.com/office/drawing/2014/main" id="{E4968CD4-4417-20F8-25B1-02D666C43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5" name="Freeform: Shape 134">
              <a:extLst>
                <a:ext uri="{FF2B5EF4-FFF2-40B4-BE49-F238E27FC236}">
                  <a16:creationId xmlns:a16="http://schemas.microsoft.com/office/drawing/2014/main" id="{F1CE0C73-1A29-1F13-01E7-C3978F3454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6" name="Freeform: Shape 135">
              <a:extLst>
                <a:ext uri="{FF2B5EF4-FFF2-40B4-BE49-F238E27FC236}">
                  <a16:creationId xmlns:a16="http://schemas.microsoft.com/office/drawing/2014/main" id="{4C34D2FB-8107-635E-2438-A33FA52363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7" name="Freeform: Shape 136">
              <a:extLst>
                <a:ext uri="{FF2B5EF4-FFF2-40B4-BE49-F238E27FC236}">
                  <a16:creationId xmlns:a16="http://schemas.microsoft.com/office/drawing/2014/main" id="{8171BB73-0334-4A3F-21DE-3749F08428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8" name="Freeform: Shape 137">
              <a:extLst>
                <a:ext uri="{FF2B5EF4-FFF2-40B4-BE49-F238E27FC236}">
                  <a16:creationId xmlns:a16="http://schemas.microsoft.com/office/drawing/2014/main" id="{3E1DA2BD-73D5-D1D1-C2FB-76F1221D4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39" name="Freeform: Shape 138">
              <a:extLst>
                <a:ext uri="{FF2B5EF4-FFF2-40B4-BE49-F238E27FC236}">
                  <a16:creationId xmlns:a16="http://schemas.microsoft.com/office/drawing/2014/main" id="{5650F69D-0324-2C31-4438-DDE140E5F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0" name="Freeform: Shape 139">
              <a:extLst>
                <a:ext uri="{FF2B5EF4-FFF2-40B4-BE49-F238E27FC236}">
                  <a16:creationId xmlns:a16="http://schemas.microsoft.com/office/drawing/2014/main" id="{5873EB49-62F1-F231-4FB6-919224927F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41" name="Freeform: Shape 140">
              <a:extLst>
                <a:ext uri="{FF2B5EF4-FFF2-40B4-BE49-F238E27FC236}">
                  <a16:creationId xmlns:a16="http://schemas.microsoft.com/office/drawing/2014/main" id="{413C6A92-7683-6F52-AE1A-12788CA57C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2" name="Freeform: Shape 141">
              <a:extLst>
                <a:ext uri="{FF2B5EF4-FFF2-40B4-BE49-F238E27FC236}">
                  <a16:creationId xmlns:a16="http://schemas.microsoft.com/office/drawing/2014/main" id="{D589C901-C735-5E99-3FF9-97EA7584BF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3" name="Freeform: Shape 142">
              <a:extLst>
                <a:ext uri="{FF2B5EF4-FFF2-40B4-BE49-F238E27FC236}">
                  <a16:creationId xmlns:a16="http://schemas.microsoft.com/office/drawing/2014/main" id="{AECFCF34-F880-7C79-1A8B-5481A6546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4" name="Freeform: Shape 143">
              <a:extLst>
                <a:ext uri="{FF2B5EF4-FFF2-40B4-BE49-F238E27FC236}">
                  <a16:creationId xmlns:a16="http://schemas.microsoft.com/office/drawing/2014/main" id="{7EA61247-8C69-BE29-3656-175EDFE53F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5" name="Freeform: Shape 144">
              <a:extLst>
                <a:ext uri="{FF2B5EF4-FFF2-40B4-BE49-F238E27FC236}">
                  <a16:creationId xmlns:a16="http://schemas.microsoft.com/office/drawing/2014/main" id="{0B04242B-FFD4-52F3-880E-38A9A53B70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6" name="Freeform: Shape 145">
              <a:extLst>
                <a:ext uri="{FF2B5EF4-FFF2-40B4-BE49-F238E27FC236}">
                  <a16:creationId xmlns:a16="http://schemas.microsoft.com/office/drawing/2014/main" id="{304F39B7-A586-B52E-3443-3D61D8A4F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7" name="Freeform: Shape 146">
              <a:extLst>
                <a:ext uri="{FF2B5EF4-FFF2-40B4-BE49-F238E27FC236}">
                  <a16:creationId xmlns:a16="http://schemas.microsoft.com/office/drawing/2014/main" id="{BC2F2881-447C-4888-25ED-E2F8599C8E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48" name="Freeform: Shape 147">
              <a:extLst>
                <a:ext uri="{FF2B5EF4-FFF2-40B4-BE49-F238E27FC236}">
                  <a16:creationId xmlns:a16="http://schemas.microsoft.com/office/drawing/2014/main" id="{07829E9A-81C1-447B-03DE-0A54DA4EED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49" name="Freeform: Shape 148">
              <a:extLst>
                <a:ext uri="{FF2B5EF4-FFF2-40B4-BE49-F238E27FC236}">
                  <a16:creationId xmlns:a16="http://schemas.microsoft.com/office/drawing/2014/main" id="{E5034AE0-5200-74DA-F81C-88A72D23B0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0" name="Freeform: Shape 149">
              <a:extLst>
                <a:ext uri="{FF2B5EF4-FFF2-40B4-BE49-F238E27FC236}">
                  <a16:creationId xmlns:a16="http://schemas.microsoft.com/office/drawing/2014/main" id="{22AF327B-8E8F-44E7-24FD-6389176380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1" name="Freeform: Shape 150">
              <a:extLst>
                <a:ext uri="{FF2B5EF4-FFF2-40B4-BE49-F238E27FC236}">
                  <a16:creationId xmlns:a16="http://schemas.microsoft.com/office/drawing/2014/main" id="{F43BFCDA-F1AA-292E-3F57-A0346BE94D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2" name="Freeform: Shape 151">
              <a:extLst>
                <a:ext uri="{FF2B5EF4-FFF2-40B4-BE49-F238E27FC236}">
                  <a16:creationId xmlns:a16="http://schemas.microsoft.com/office/drawing/2014/main" id="{8254AB0D-D3E5-EF80-6D6E-2C5488514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3" name="Freeform: Shape 152">
              <a:extLst>
                <a:ext uri="{FF2B5EF4-FFF2-40B4-BE49-F238E27FC236}">
                  <a16:creationId xmlns:a16="http://schemas.microsoft.com/office/drawing/2014/main" id="{6901F0B6-53FF-A272-E040-7EE92ADFB7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54" name="Freeform: Shape 153">
              <a:extLst>
                <a:ext uri="{FF2B5EF4-FFF2-40B4-BE49-F238E27FC236}">
                  <a16:creationId xmlns:a16="http://schemas.microsoft.com/office/drawing/2014/main" id="{82DEEB27-AA69-7BEE-1948-932FC2457C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GB" noProof="1"/>
            </a:p>
          </p:txBody>
        </p:sp>
        <p:sp>
          <p:nvSpPr>
            <p:cNvPr id="155" name="Freeform: Shape 154">
              <a:extLst>
                <a:ext uri="{FF2B5EF4-FFF2-40B4-BE49-F238E27FC236}">
                  <a16:creationId xmlns:a16="http://schemas.microsoft.com/office/drawing/2014/main" id="{2A56E585-32FB-4BDB-A72D-38AD11C60F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56" name="Freeform: Shape 155">
              <a:extLst>
                <a:ext uri="{FF2B5EF4-FFF2-40B4-BE49-F238E27FC236}">
                  <a16:creationId xmlns:a16="http://schemas.microsoft.com/office/drawing/2014/main" id="{09BD87E7-A094-D133-F07E-EA5CD48D3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57" name="Freeform: Shape 156">
              <a:extLst>
                <a:ext uri="{FF2B5EF4-FFF2-40B4-BE49-F238E27FC236}">
                  <a16:creationId xmlns:a16="http://schemas.microsoft.com/office/drawing/2014/main" id="{BED14432-046F-BC8D-F2F6-DB09E81753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58" name="Freeform: Shape 157">
              <a:extLst>
                <a:ext uri="{FF2B5EF4-FFF2-40B4-BE49-F238E27FC236}">
                  <a16:creationId xmlns:a16="http://schemas.microsoft.com/office/drawing/2014/main" id="{7611A181-96B0-7FDC-7341-211C6FC7EF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59" name="Freeform: Shape 158">
              <a:extLst>
                <a:ext uri="{FF2B5EF4-FFF2-40B4-BE49-F238E27FC236}">
                  <a16:creationId xmlns:a16="http://schemas.microsoft.com/office/drawing/2014/main" id="{1A336F49-D272-E67D-9D1F-AE88DF51A8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60" name="Freeform: Shape 159">
              <a:extLst>
                <a:ext uri="{FF2B5EF4-FFF2-40B4-BE49-F238E27FC236}">
                  <a16:creationId xmlns:a16="http://schemas.microsoft.com/office/drawing/2014/main" id="{921D2269-4FB9-7797-F4F9-5A33A749B6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61" name="Freeform: Shape 160">
              <a:extLst>
                <a:ext uri="{FF2B5EF4-FFF2-40B4-BE49-F238E27FC236}">
                  <a16:creationId xmlns:a16="http://schemas.microsoft.com/office/drawing/2014/main" id="{F76BAA07-D51C-2738-14A2-A36EA65165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62" name="Freeform: Shape 161">
              <a:extLst>
                <a:ext uri="{FF2B5EF4-FFF2-40B4-BE49-F238E27FC236}">
                  <a16:creationId xmlns:a16="http://schemas.microsoft.com/office/drawing/2014/main" id="{7A263025-1F2B-FCC7-FF9A-EFD303C3AF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63" name="Freeform: Shape 162">
              <a:extLst>
                <a:ext uri="{FF2B5EF4-FFF2-40B4-BE49-F238E27FC236}">
                  <a16:creationId xmlns:a16="http://schemas.microsoft.com/office/drawing/2014/main" id="{BB7F8A16-1DBF-B652-39EA-CFF337D3C4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GB" noProof="1"/>
            </a:p>
          </p:txBody>
        </p:sp>
        <p:sp>
          <p:nvSpPr>
            <p:cNvPr id="164" name="Freeform: Shape 163">
              <a:extLst>
                <a:ext uri="{FF2B5EF4-FFF2-40B4-BE49-F238E27FC236}">
                  <a16:creationId xmlns:a16="http://schemas.microsoft.com/office/drawing/2014/main" id="{98F47394-9938-F507-D3D4-420A57346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GB" noProof="1"/>
            </a:p>
          </p:txBody>
        </p:sp>
        <p:sp>
          <p:nvSpPr>
            <p:cNvPr id="165" name="Freeform: Shape 164">
              <a:extLst>
                <a:ext uri="{FF2B5EF4-FFF2-40B4-BE49-F238E27FC236}">
                  <a16:creationId xmlns:a16="http://schemas.microsoft.com/office/drawing/2014/main" id="{5C085C48-4436-4980-5AD5-91D6F2A2E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GB" noProof="1"/>
            </a:p>
          </p:txBody>
        </p:sp>
        <p:sp>
          <p:nvSpPr>
            <p:cNvPr id="166" name="Freeform: Shape 165">
              <a:extLst>
                <a:ext uri="{FF2B5EF4-FFF2-40B4-BE49-F238E27FC236}">
                  <a16:creationId xmlns:a16="http://schemas.microsoft.com/office/drawing/2014/main" id="{24F9477A-095F-BF33-13B4-CC094EAE8D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GB" noProof="1"/>
            </a:p>
          </p:txBody>
        </p:sp>
        <p:sp>
          <p:nvSpPr>
            <p:cNvPr id="167" name="Freeform: Shape 166">
              <a:extLst>
                <a:ext uri="{FF2B5EF4-FFF2-40B4-BE49-F238E27FC236}">
                  <a16:creationId xmlns:a16="http://schemas.microsoft.com/office/drawing/2014/main" id="{F3745632-E2FB-6025-6748-ABD2AF949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68" name="Freeform: Shape 167">
              <a:extLst>
                <a:ext uri="{FF2B5EF4-FFF2-40B4-BE49-F238E27FC236}">
                  <a16:creationId xmlns:a16="http://schemas.microsoft.com/office/drawing/2014/main" id="{7A732D33-1311-EFD0-9A7D-C33024C28A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69" name="Freeform: Shape 168">
              <a:extLst>
                <a:ext uri="{FF2B5EF4-FFF2-40B4-BE49-F238E27FC236}">
                  <a16:creationId xmlns:a16="http://schemas.microsoft.com/office/drawing/2014/main" id="{834D0CBE-A29F-43BB-4C9C-6F50725AB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70" name="Freeform: Shape 169">
              <a:extLst>
                <a:ext uri="{FF2B5EF4-FFF2-40B4-BE49-F238E27FC236}">
                  <a16:creationId xmlns:a16="http://schemas.microsoft.com/office/drawing/2014/main" id="{3DB8CF37-9132-EF74-9731-729D2ED70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1" name="Freeform: Shape 170">
              <a:extLst>
                <a:ext uri="{FF2B5EF4-FFF2-40B4-BE49-F238E27FC236}">
                  <a16:creationId xmlns:a16="http://schemas.microsoft.com/office/drawing/2014/main" id="{1EA95E15-8D6E-D895-6F2B-53B5CD8371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72" name="Freeform: Shape 171">
              <a:extLst>
                <a:ext uri="{FF2B5EF4-FFF2-40B4-BE49-F238E27FC236}">
                  <a16:creationId xmlns:a16="http://schemas.microsoft.com/office/drawing/2014/main" id="{97C5759C-F047-8BAB-4CC7-5EF848F5E2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sp>
          <p:nvSpPr>
            <p:cNvPr id="173" name="Freeform: Shape 172">
              <a:extLst>
                <a:ext uri="{FF2B5EF4-FFF2-40B4-BE49-F238E27FC236}">
                  <a16:creationId xmlns:a16="http://schemas.microsoft.com/office/drawing/2014/main" id="{1C08D4C2-4C55-E851-0090-8ABD72159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4" name="Freeform: Shape 173">
              <a:extLst>
                <a:ext uri="{FF2B5EF4-FFF2-40B4-BE49-F238E27FC236}">
                  <a16:creationId xmlns:a16="http://schemas.microsoft.com/office/drawing/2014/main" id="{A31B359D-8485-6AE5-09EC-0601A8082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5" name="Freeform: Shape 174">
              <a:extLst>
                <a:ext uri="{FF2B5EF4-FFF2-40B4-BE49-F238E27FC236}">
                  <a16:creationId xmlns:a16="http://schemas.microsoft.com/office/drawing/2014/main" id="{19EEDE94-F5C2-CCE3-4718-983C9F805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76" name="Freeform: Shape 175">
              <a:extLst>
                <a:ext uri="{FF2B5EF4-FFF2-40B4-BE49-F238E27FC236}">
                  <a16:creationId xmlns:a16="http://schemas.microsoft.com/office/drawing/2014/main" id="{5C287E11-F5E3-0BA7-0D19-8B8A6E512E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7" name="Freeform: Shape 176">
              <a:extLst>
                <a:ext uri="{FF2B5EF4-FFF2-40B4-BE49-F238E27FC236}">
                  <a16:creationId xmlns:a16="http://schemas.microsoft.com/office/drawing/2014/main" id="{3CBDC31F-5A04-D72C-0176-C8E1DF27E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78" name="Freeform: Shape 177">
              <a:extLst>
                <a:ext uri="{FF2B5EF4-FFF2-40B4-BE49-F238E27FC236}">
                  <a16:creationId xmlns:a16="http://schemas.microsoft.com/office/drawing/2014/main" id="{97BEDAE0-1585-0700-D0D3-CC0AACC209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79" name="Freeform: Shape 178">
              <a:extLst>
                <a:ext uri="{FF2B5EF4-FFF2-40B4-BE49-F238E27FC236}">
                  <a16:creationId xmlns:a16="http://schemas.microsoft.com/office/drawing/2014/main" id="{F02926B0-171B-5D21-2731-7B12574300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0" name="Freeform: Shape 179">
              <a:extLst>
                <a:ext uri="{FF2B5EF4-FFF2-40B4-BE49-F238E27FC236}">
                  <a16:creationId xmlns:a16="http://schemas.microsoft.com/office/drawing/2014/main" id="{26F06C6F-6BE1-E599-DDDD-E41D99C576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1" name="Freeform: Shape 180">
              <a:extLst>
                <a:ext uri="{FF2B5EF4-FFF2-40B4-BE49-F238E27FC236}">
                  <a16:creationId xmlns:a16="http://schemas.microsoft.com/office/drawing/2014/main" id="{D059CAD3-5954-4458-C17E-178F749BC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82" name="Freeform: Shape 181">
              <a:extLst>
                <a:ext uri="{FF2B5EF4-FFF2-40B4-BE49-F238E27FC236}">
                  <a16:creationId xmlns:a16="http://schemas.microsoft.com/office/drawing/2014/main" id="{E0D81BC0-105B-FA56-6B1A-BA54CAC090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3" name="Freeform: Shape 182">
              <a:extLst>
                <a:ext uri="{FF2B5EF4-FFF2-40B4-BE49-F238E27FC236}">
                  <a16:creationId xmlns:a16="http://schemas.microsoft.com/office/drawing/2014/main" id="{3F9129B1-AF50-7419-DF47-E7A5E19DE6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84" name="Freeform: Shape 183">
              <a:extLst>
                <a:ext uri="{FF2B5EF4-FFF2-40B4-BE49-F238E27FC236}">
                  <a16:creationId xmlns:a16="http://schemas.microsoft.com/office/drawing/2014/main" id="{ECE922E3-0919-06AB-CE97-7ECB24078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5" name="Freeform: Shape 184">
              <a:extLst>
                <a:ext uri="{FF2B5EF4-FFF2-40B4-BE49-F238E27FC236}">
                  <a16:creationId xmlns:a16="http://schemas.microsoft.com/office/drawing/2014/main" id="{1D01D4BD-BCDC-4C98-CF5D-3BCBDAFE8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6" name="Freeform: Shape 185">
              <a:extLst>
                <a:ext uri="{FF2B5EF4-FFF2-40B4-BE49-F238E27FC236}">
                  <a16:creationId xmlns:a16="http://schemas.microsoft.com/office/drawing/2014/main" id="{EC49A035-F4E0-1887-D948-6084A0993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7" name="Freeform: Shape 186">
              <a:extLst>
                <a:ext uri="{FF2B5EF4-FFF2-40B4-BE49-F238E27FC236}">
                  <a16:creationId xmlns:a16="http://schemas.microsoft.com/office/drawing/2014/main" id="{3FCFF8A6-DB59-320D-7174-37102FC71B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GB" noProof="1"/>
            </a:p>
          </p:txBody>
        </p:sp>
        <p:sp>
          <p:nvSpPr>
            <p:cNvPr id="188" name="Freeform: Shape 187">
              <a:extLst>
                <a:ext uri="{FF2B5EF4-FFF2-40B4-BE49-F238E27FC236}">
                  <a16:creationId xmlns:a16="http://schemas.microsoft.com/office/drawing/2014/main" id="{00B6CD6C-B632-EFE0-CB60-C962ED736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89" name="Freeform: Shape 188">
              <a:extLst>
                <a:ext uri="{FF2B5EF4-FFF2-40B4-BE49-F238E27FC236}">
                  <a16:creationId xmlns:a16="http://schemas.microsoft.com/office/drawing/2014/main" id="{D1020862-0423-33B3-62D1-0CA5DBF57C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GB" noProof="1"/>
            </a:p>
          </p:txBody>
        </p:sp>
        <p:sp>
          <p:nvSpPr>
            <p:cNvPr id="190" name="Freeform: Shape 189">
              <a:extLst>
                <a:ext uri="{FF2B5EF4-FFF2-40B4-BE49-F238E27FC236}">
                  <a16:creationId xmlns:a16="http://schemas.microsoft.com/office/drawing/2014/main" id="{2D579099-99CD-1E77-16D4-B65043C3A6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GB" noProof="1"/>
            </a:p>
          </p:txBody>
        </p:sp>
        <p:sp>
          <p:nvSpPr>
            <p:cNvPr id="191" name="Freeform: Shape 190">
              <a:extLst>
                <a:ext uri="{FF2B5EF4-FFF2-40B4-BE49-F238E27FC236}">
                  <a16:creationId xmlns:a16="http://schemas.microsoft.com/office/drawing/2014/main" id="{D0B67110-A5B7-A6B8-27F2-3B7ADF4DC7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92" name="Freeform: Shape 191">
              <a:extLst>
                <a:ext uri="{FF2B5EF4-FFF2-40B4-BE49-F238E27FC236}">
                  <a16:creationId xmlns:a16="http://schemas.microsoft.com/office/drawing/2014/main" id="{5EAAE0EB-DE2B-55FC-2564-1F5D55B9C8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93" name="Freeform: Shape 192">
              <a:extLst>
                <a:ext uri="{FF2B5EF4-FFF2-40B4-BE49-F238E27FC236}">
                  <a16:creationId xmlns:a16="http://schemas.microsoft.com/office/drawing/2014/main" id="{A99F6E1E-E2AE-02CF-B7A7-A241CA59B4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GB" noProof="1"/>
            </a:p>
          </p:txBody>
        </p:sp>
        <p:sp>
          <p:nvSpPr>
            <p:cNvPr id="194" name="Freeform: Shape 193">
              <a:extLst>
                <a:ext uri="{FF2B5EF4-FFF2-40B4-BE49-F238E27FC236}">
                  <a16:creationId xmlns:a16="http://schemas.microsoft.com/office/drawing/2014/main" id="{AD4FF8CB-94D3-5607-5A50-9B98824AA1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GB" noProof="1"/>
            </a:p>
          </p:txBody>
        </p:sp>
        <p:sp>
          <p:nvSpPr>
            <p:cNvPr id="195" name="Freeform: Shape 194">
              <a:extLst>
                <a:ext uri="{FF2B5EF4-FFF2-40B4-BE49-F238E27FC236}">
                  <a16:creationId xmlns:a16="http://schemas.microsoft.com/office/drawing/2014/main" id="{54BA0DF0-ED39-0105-C0B1-99C16ED98E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GB" noProof="1"/>
            </a:p>
          </p:txBody>
        </p:sp>
        <p:sp>
          <p:nvSpPr>
            <p:cNvPr id="196" name="Freeform: Shape 195">
              <a:extLst>
                <a:ext uri="{FF2B5EF4-FFF2-40B4-BE49-F238E27FC236}">
                  <a16:creationId xmlns:a16="http://schemas.microsoft.com/office/drawing/2014/main" id="{52CBFD23-3109-28ED-35F6-6C6EC610A2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GB" noProof="1"/>
            </a:p>
          </p:txBody>
        </p:sp>
      </p:grpSp>
    </p:spTree>
    <p:extLst>
      <p:ext uri="{BB962C8B-B14F-4D97-AF65-F5344CB8AC3E}">
        <p14:creationId xmlns:p14="http://schemas.microsoft.com/office/powerpoint/2010/main" val="42948664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4868C4-0D33-0680-5F8A-10A6BBC982CA}"/>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0F619394-079F-A785-69AF-2872B0EC4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itle 1">
            <a:extLst>
              <a:ext uri="{FF2B5EF4-FFF2-40B4-BE49-F238E27FC236}">
                <a16:creationId xmlns:a16="http://schemas.microsoft.com/office/drawing/2014/main" id="{BD582B16-EBEC-2584-8D21-AEF7A16DAD5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noProof="1">
                <a:solidFill>
                  <a:schemeClr val="bg1"/>
                </a:solidFill>
                <a:latin typeface="+mj-lt"/>
                <a:ea typeface="+mj-ea"/>
                <a:cs typeface="+mj-cs"/>
              </a:rPr>
              <a:t>Reflection</a:t>
            </a:r>
          </a:p>
        </p:txBody>
      </p:sp>
    </p:spTree>
    <p:extLst>
      <p:ext uri="{BB962C8B-B14F-4D97-AF65-F5344CB8AC3E}">
        <p14:creationId xmlns:p14="http://schemas.microsoft.com/office/powerpoint/2010/main" val="37177344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6200</TotalTime>
  <Words>1553</Words>
  <Application>Microsoft Macintosh PowerPoint</Application>
  <PresentationFormat>Widescreen</PresentationFormat>
  <Paragraphs>188</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Aptos</vt:lpstr>
      <vt:lpstr>Aptos Display</vt:lpstr>
      <vt:lpstr>Arial</vt:lpstr>
      <vt:lpstr>Office Theme</vt:lpstr>
      <vt:lpstr>Holiday Planner</vt:lpstr>
      <vt:lpstr>Table of Contents Here</vt:lpstr>
      <vt:lpstr>Intro</vt:lpstr>
      <vt:lpstr>Research</vt:lpstr>
      <vt:lpstr>Community</vt:lpstr>
      <vt:lpstr>Problems</vt:lpstr>
      <vt:lpstr>Competitor Research</vt:lpstr>
      <vt:lpstr>Personas</vt:lpstr>
      <vt:lpstr>Initial Feature List</vt:lpstr>
      <vt:lpstr>User Flow</vt:lpstr>
      <vt:lpstr>Design Direction</vt:lpstr>
      <vt:lpstr>Moodboard + Visual Keywords</vt:lpstr>
      <vt:lpstr>Colour Palette + Typography</vt:lpstr>
      <vt:lpstr>App Flow</vt:lpstr>
      <vt:lpstr>Code Development</vt:lpstr>
      <vt:lpstr>React Context</vt:lpstr>
      <vt:lpstr>Root Layout Page</vt:lpstr>
      <vt:lpstr>Login Screen</vt:lpstr>
      <vt:lpstr>Home Screen + Sign In Flow</vt:lpstr>
      <vt:lpstr>Questionnaire</vt:lpstr>
      <vt:lpstr>Questionnaire</vt:lpstr>
      <vt:lpstr>Dataset</vt:lpstr>
      <vt:lpstr>Filtering Logic + Results Page</vt:lpstr>
      <vt:lpstr>Results Page</vt:lpstr>
      <vt:lpstr>Save Trip Feature</vt:lpstr>
      <vt:lpstr>Saved Trips Page</vt:lpstr>
      <vt:lpstr>Trip Details Page</vt:lpstr>
      <vt:lpstr>Testing</vt:lpstr>
      <vt:lpstr>User Testing</vt:lpstr>
      <vt:lpstr>User Testing</vt:lpstr>
      <vt:lpstr>Reflection</vt:lpstr>
      <vt:lpstr>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Bola</dc:creator>
  <cp:lastModifiedBy>Chris Bola</cp:lastModifiedBy>
  <cp:revision>10</cp:revision>
  <dcterms:created xsi:type="dcterms:W3CDTF">2026-05-15T18:37:00Z</dcterms:created>
  <dcterms:modified xsi:type="dcterms:W3CDTF">2026-06-07T21:43:24Z</dcterms:modified>
</cp:coreProperties>
</file>