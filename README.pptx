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2"/>
    <p:restoredTop sz="94662"/>
  </p:normalViewPr>
  <p:slideViewPr>
    <p:cSldViewPr snapToGrid="0">
      <p:cViewPr varScale="1">
        <p:scale>
          <a:sx n="99" d="100"/>
          <a:sy n="99" d="100"/>
        </p:scale>
        <p:origin x="19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DF02A-A2A6-E028-0576-F1B67ADB4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07BEB4-DE15-DD85-0763-B1938838C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15BF6-950D-70DB-C68F-737B83F85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9102-B822-414F-B047-7900A9A34720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72B05-E337-B2F3-D249-B31EF807C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8733A-7367-6ED7-92DF-78679770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3F81-30D7-C64B-A531-6E34D8C8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382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509A0-D1CB-C031-6D5E-8E363C920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220F5-F142-ED42-B08E-D8DB34A0E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35B9D-1EB9-5D04-F538-68F381419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9102-B822-414F-B047-7900A9A34720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EAAA9-7A33-3E23-59E1-520E21383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987FD-856B-454B-8575-95C6150C4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3F81-30D7-C64B-A531-6E34D8C8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268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56204-88D7-8822-5410-5D25FF46E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D6DE2-02F7-6983-4381-3B7936DA2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EC5C1-8AEA-B652-EEB2-266964CAF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9102-B822-414F-B047-7900A9A34720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791D4-3581-CB5F-12FF-45AD1D2C2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F27D8-65CA-54F0-4F7E-2CF092123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3F81-30D7-C64B-A531-6E34D8C8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274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8A436-F005-4F23-28F9-576C647E2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8B3EF-0D86-C2A2-332A-2672195373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72360-9D8A-F71B-DA07-F0DDE08D6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8DE3D-56AE-12D8-6EC4-0F899FF86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9102-B822-414F-B047-7900A9A34720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836AB-2823-434C-CA36-6A05108D8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51D19-4BDE-066D-F331-BF14C2790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3F81-30D7-C64B-A531-6E34D8C8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3976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848AE-A2EE-0461-0328-8FD011F72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F7683-09B3-C6F4-0270-83FD619EC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179224-FB16-18B5-41AB-57BD44F7D1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8C627-6CE7-1CCC-46DF-D529E6941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88AF05-DE93-DCC0-36D3-46144DEF47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65642C-C3DF-AC8C-54F7-17E896919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9102-B822-414F-B047-7900A9A34720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73B791-AF00-986D-F8D4-980C0850A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3E63CA-A483-DB21-37EB-F9A3C39A3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3F81-30D7-C64B-A531-6E34D8C8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031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B15D2-308E-A0E0-A46B-A6C06C9E6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B3D177-3F92-CE6D-CE74-BBAD4546B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9102-B822-414F-B047-7900A9A34720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B8D4A8-AF7F-B1E4-4E56-7407C6CFC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5E0D23-827A-47B6-959E-0669A5EEC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3F81-30D7-C64B-A531-6E34D8C8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843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5B3174-8C46-5270-FBF6-75BE8E10B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9102-B822-414F-B047-7900A9A34720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9DC242-461A-E211-6124-C76E49E63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5754C-3D5E-49A6-9A40-7A15E23DD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3F81-30D7-C64B-A531-6E34D8C8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579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9CE10-C353-EB7C-0E95-0609C5F34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46D5C-734C-4951-1FC2-E07693B51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DDD4E-66CA-C5B8-960D-5B691CD8A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BAA02-D404-6F2C-B1D2-D1CD8A9B2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9102-B822-414F-B047-7900A9A34720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528D2-507A-64E6-B9EA-952881475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C2C9C-0A92-FF7F-92B6-4A86FF9B5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3F81-30D7-C64B-A531-6E34D8C8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7174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C92F5-1D84-CF04-C22C-7A58BFE4F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D31EBA-0662-7DEB-78B7-ADFC0E4CF2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92F273-F2B6-9BAB-3B37-C70F8A574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52DB7-853B-4B21-64CC-AB866B7DB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9102-B822-414F-B047-7900A9A34720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16878-9F89-F2CC-3F9C-1C2F16500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F90A1-445E-D48C-198E-F9D79CF38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3F81-30D7-C64B-A531-6E34D8C8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546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9953-73B2-EB0D-F172-3728D463A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ADC4E4-7F87-3796-2C4D-2EE58603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F9ACB-5441-259C-E382-05E504A39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9102-B822-414F-B047-7900A9A34720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00290-3AD6-4884-6724-05DC0059A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D35D6-5AFA-5FE8-19A7-D08B0136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3F81-30D7-C64B-A531-6E34D8C8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1604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F3B317-FBA9-69F8-F763-E0A6C79690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94605C-A3DE-49F4-B736-2A0A057F8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DD48B-883D-E90C-6A94-8D9E7F30D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9102-B822-414F-B047-7900A9A34720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92A5E-88EF-1DC4-500F-2442D4DE0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1EC3E-106F-95FC-2993-82455FF5A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3F81-30D7-C64B-A531-6E34D8C8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2044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AA1FA-BD04-5C90-BED4-89550FC66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C1238-49C6-EBBD-A40D-1C8639640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5993C-945C-5AC0-4E63-114BE90572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269102-B822-414F-B047-7900A9A34720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40C5E-C323-FFAB-7CD7-EE463C19D7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D6F98-E301-192E-51B4-BC03F04043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53F81-30D7-C64B-A531-6E34D8C8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052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3E8C2-4A84-D70C-33CB-DF31E431E9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Holiday 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C588B2-F08C-8CB3-3EE0-25ACF34426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46461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DF881-E524-66BF-4A0F-24FDF9456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Table of Contents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5FB07-AE07-738D-D0AE-A2F06C06E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noProof="0" dirty="0"/>
              <a:t>Introduction</a:t>
            </a:r>
          </a:p>
          <a:p>
            <a:r>
              <a:rPr lang="en-GB" b="1" noProof="0" dirty="0"/>
              <a:t>Community</a:t>
            </a:r>
          </a:p>
          <a:p>
            <a:r>
              <a:rPr lang="en-GB" b="1" noProof="0" dirty="0"/>
              <a:t>Problem</a:t>
            </a:r>
          </a:p>
          <a:p>
            <a:r>
              <a:rPr lang="en-GB" b="1" noProof="0" dirty="0"/>
              <a:t>Competitor Research</a:t>
            </a:r>
          </a:p>
          <a:p>
            <a:r>
              <a:rPr lang="en-GB" b="1" noProof="0" dirty="0"/>
              <a:t>Personas</a:t>
            </a:r>
          </a:p>
          <a:p>
            <a:r>
              <a:rPr lang="en-GB" b="1" noProof="0" dirty="0"/>
              <a:t> Design Development</a:t>
            </a:r>
          </a:p>
          <a:p>
            <a:r>
              <a:rPr lang="en-GB" b="1" noProof="0" dirty="0"/>
              <a:t> App Flow</a:t>
            </a:r>
          </a:p>
          <a:p>
            <a:r>
              <a:rPr lang="en-GB" b="1" noProof="0" dirty="0"/>
              <a:t> Code Development</a:t>
            </a:r>
          </a:p>
          <a:p>
            <a:r>
              <a:rPr lang="en-GB" b="1" noProof="0" dirty="0"/>
              <a:t> User Testing</a:t>
            </a:r>
          </a:p>
          <a:p>
            <a:r>
              <a:rPr lang="en-GB" b="1" noProof="0" dirty="0"/>
              <a:t> Reflection</a:t>
            </a:r>
          </a:p>
          <a:p>
            <a:r>
              <a:rPr lang="en-GB" b="1" noProof="0" dirty="0"/>
              <a:t> References.</a:t>
            </a:r>
            <a:endParaRPr lang="en-GB" noProof="0" dirty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68291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6361D-7644-EF95-AD60-141C702AF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BA801-71B8-9112-6105-B34766F38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App Concept</a:t>
            </a:r>
          </a:p>
          <a:p>
            <a:pPr lvl="1"/>
            <a:r>
              <a:rPr lang="en-GB" noProof="0" dirty="0"/>
              <a:t>A mobile app designed for young travellers and students who struggle deciding where to travel. The app helps users discover destinations through preference-based random city recommendations while also acting as a lightweight travel organiser for itineraries, saved trips, and travel essentials.</a:t>
            </a:r>
          </a:p>
          <a:p>
            <a:br>
              <a:rPr lang="en-GB" noProof="0" dirty="0"/>
            </a:br>
            <a:endParaRPr lang="en-GB" noProof="0" dirty="0"/>
          </a:p>
          <a:p>
            <a:pPr lvl="1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05257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6AAF6-FBE1-0A54-9F18-DAC3D5472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noProof="0" dirty="0"/>
              <a:t>Community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397DB-574F-E25B-2371-CCBCCBAF4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Young travellers, students, and first-time independent travellers aged 18–30.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b="1" noProof="0" dirty="0"/>
              <a:t>Why this community?</a:t>
            </a:r>
          </a:p>
          <a:p>
            <a:pPr lvl="1"/>
            <a:r>
              <a:rPr lang="en-GB" noProof="0" dirty="0"/>
              <a:t>Because younger travellers increasingly travel independently but rely heavily on fragmented digital tools.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0301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A1401-3A3D-A35F-6DE1-5F47A8F8A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noProof="0" dirty="0"/>
              <a:t>Problems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73157-5648-917C-2962-D425755E8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noProof="0" dirty="0"/>
              <a:t>Overwhelmed choosing destinations</a:t>
            </a:r>
          </a:p>
          <a:p>
            <a:pPr lvl="1"/>
            <a:r>
              <a:rPr lang="en-GB" noProof="0" dirty="0"/>
              <a:t>Too many travel options</a:t>
            </a:r>
          </a:p>
          <a:p>
            <a:pPr lvl="1"/>
            <a:r>
              <a:rPr lang="en-GB" noProof="0" dirty="0"/>
              <a:t>Planning feels stressful</a:t>
            </a:r>
          </a:p>
          <a:p>
            <a:pPr lvl="1"/>
            <a:r>
              <a:rPr lang="en-GB" noProof="0" dirty="0"/>
              <a:t>Multiple apps required</a:t>
            </a:r>
          </a:p>
          <a:p>
            <a:pPr lvl="1"/>
            <a:r>
              <a:rPr lang="en-GB" noProof="0" dirty="0"/>
              <a:t>Budget uncertainty</a:t>
            </a:r>
          </a:p>
          <a:p>
            <a:pPr lvl="1"/>
            <a:r>
              <a:rPr lang="en-GB" noProof="0" dirty="0"/>
              <a:t>Difficulty starting the planning process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3523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4A2D3-4D41-F650-5832-7171323B4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noProof="0" dirty="0"/>
              <a:t>Competitor Research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45CD0-E149-1374-73C2-2A0F08DA5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Wanderlog</a:t>
            </a:r>
            <a:endParaRPr lang="en-US" dirty="0"/>
          </a:p>
          <a:p>
            <a:r>
              <a:rPr lang="en-US" dirty="0"/>
              <a:t>TripIt</a:t>
            </a:r>
          </a:p>
          <a:p>
            <a:r>
              <a:rPr lang="en-US" dirty="0"/>
              <a:t>Google Travel</a:t>
            </a:r>
          </a:p>
          <a:p>
            <a:r>
              <a:rPr lang="en-US" dirty="0" err="1"/>
              <a:t>Booking.com</a:t>
            </a:r>
            <a:endParaRPr lang="en-US" dirty="0"/>
          </a:p>
          <a:p>
            <a:r>
              <a:rPr lang="en-US" dirty="0" err="1"/>
              <a:t>Polarsteps</a:t>
            </a:r>
            <a:r>
              <a:rPr lang="en-US" dirty="0"/>
              <a:t> (good reference for discovery)</a:t>
            </a:r>
          </a:p>
        </p:txBody>
      </p:sp>
    </p:spTree>
    <p:extLst>
      <p:ext uri="{BB962C8B-B14F-4D97-AF65-F5344CB8AC3E}">
        <p14:creationId xmlns:p14="http://schemas.microsoft.com/office/powerpoint/2010/main" val="818535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F0422-A325-D8B6-80EE-1CDB4DBC5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Personas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4C962-A656-2D5E-4C32-81380618A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07287" cy="4351338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Name: Maya</a:t>
            </a:r>
          </a:p>
          <a:p>
            <a:r>
              <a:rPr lang="en-GB" dirty="0"/>
              <a:t>Age: 21</a:t>
            </a:r>
          </a:p>
          <a:p>
            <a:r>
              <a:rPr lang="en-GB" dirty="0"/>
              <a:t>Occupation: University student</a:t>
            </a:r>
          </a:p>
          <a:p>
            <a:endParaRPr lang="en-GB" dirty="0"/>
          </a:p>
          <a:p>
            <a:r>
              <a:rPr lang="en-GB" dirty="0"/>
              <a:t>Goals:</a:t>
            </a:r>
          </a:p>
          <a:p>
            <a:r>
              <a:rPr lang="en-GB" dirty="0"/>
              <a:t>- Find affordable destinations quickly</a:t>
            </a:r>
          </a:p>
          <a:p>
            <a:r>
              <a:rPr lang="en-GB" dirty="0"/>
              <a:t>- Travel during breaks</a:t>
            </a:r>
          </a:p>
          <a:p>
            <a:r>
              <a:rPr lang="en-GB" dirty="0"/>
              <a:t>- Avoid spending hours researching</a:t>
            </a:r>
          </a:p>
          <a:p>
            <a:endParaRPr lang="en-GB" dirty="0"/>
          </a:p>
          <a:p>
            <a:r>
              <a:rPr lang="en-GB" dirty="0"/>
              <a:t>Frustrations:</a:t>
            </a:r>
          </a:p>
          <a:p>
            <a:r>
              <a:rPr lang="en-GB" dirty="0"/>
              <a:t>- Too many travel options</a:t>
            </a:r>
          </a:p>
          <a:p>
            <a:r>
              <a:rPr lang="en-GB" dirty="0"/>
              <a:t>- Doesn't know where to start</a:t>
            </a:r>
          </a:p>
          <a:p>
            <a:r>
              <a:rPr lang="en-GB" dirty="0"/>
              <a:t>- Uses multiple apps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FAD75BD-2D4E-0123-3FAC-D6B849CC2D46}"/>
              </a:ext>
            </a:extLst>
          </p:cNvPr>
          <p:cNvSpPr txBox="1">
            <a:spLocks/>
          </p:cNvSpPr>
          <p:nvPr/>
        </p:nvSpPr>
        <p:spPr>
          <a:xfrm>
            <a:off x="5292144" y="1690688"/>
            <a:ext cx="4107287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Name: Daniel</a:t>
            </a:r>
          </a:p>
          <a:p>
            <a:r>
              <a:rPr lang="en-GB" dirty="0"/>
              <a:t>Age: 25</a:t>
            </a:r>
          </a:p>
          <a:p>
            <a:r>
              <a:rPr lang="en-GB" dirty="0"/>
              <a:t>Occupation: Junior Designer</a:t>
            </a:r>
          </a:p>
          <a:p>
            <a:endParaRPr lang="en-GB" dirty="0"/>
          </a:p>
          <a:p>
            <a:r>
              <a:rPr lang="en-GB" dirty="0"/>
              <a:t>Goals:</a:t>
            </a:r>
          </a:p>
          <a:p>
            <a:r>
              <a:rPr lang="en-GB" dirty="0"/>
              <a:t>- Organise trips easily</a:t>
            </a:r>
          </a:p>
          <a:p>
            <a:r>
              <a:rPr lang="en-GB" dirty="0"/>
              <a:t>- Save locations and plans</a:t>
            </a:r>
          </a:p>
          <a:p>
            <a:r>
              <a:rPr lang="en-GB" dirty="0"/>
              <a:t>- Reduce planning stress</a:t>
            </a:r>
          </a:p>
          <a:p>
            <a:endParaRPr lang="en-GB" dirty="0"/>
          </a:p>
          <a:p>
            <a:r>
              <a:rPr lang="en-GB" dirty="0"/>
              <a:t>Frustrations:</a:t>
            </a:r>
          </a:p>
          <a:p>
            <a:r>
              <a:rPr lang="en-GB" dirty="0"/>
              <a:t>- Planning feels exhausting</a:t>
            </a:r>
          </a:p>
          <a:p>
            <a:r>
              <a:rPr lang="en-GB" dirty="0"/>
              <a:t>- Constant tab switching</a:t>
            </a:r>
          </a:p>
          <a:p>
            <a:r>
              <a:rPr lang="en-GB" dirty="0"/>
              <a:t>- Difficult itinerary organisation</a:t>
            </a:r>
          </a:p>
        </p:txBody>
      </p:sp>
    </p:spTree>
    <p:extLst>
      <p:ext uri="{BB962C8B-B14F-4D97-AF65-F5344CB8AC3E}">
        <p14:creationId xmlns:p14="http://schemas.microsoft.com/office/powerpoint/2010/main" val="3159252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C1FCC-4EBD-4E80-8F1E-3ECFE367E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Initial Feature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6B417-6B09-6423-D8E8-3262148A3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Core Features</a:t>
            </a:r>
          </a:p>
          <a:p>
            <a:r>
              <a:rPr lang="en-US" dirty="0"/>
              <a:t>Preference questionnaire</a:t>
            </a:r>
          </a:p>
          <a:p>
            <a:r>
              <a:rPr lang="en-US" dirty="0"/>
              <a:t>Random city generator</a:t>
            </a:r>
          </a:p>
          <a:p>
            <a:r>
              <a:rPr lang="en-US" dirty="0"/>
              <a:t>Comfort/weather comparison</a:t>
            </a:r>
          </a:p>
          <a:p>
            <a:r>
              <a:rPr lang="en-US" dirty="0"/>
              <a:t>Saved trips</a:t>
            </a:r>
          </a:p>
          <a:p>
            <a:r>
              <a:rPr lang="en-US" dirty="0"/>
              <a:t>Simple itinerary planner</a:t>
            </a:r>
          </a:p>
          <a:p>
            <a:r>
              <a:rPr lang="en-US" dirty="0"/>
              <a:t>Travel hub</a:t>
            </a:r>
          </a:p>
          <a:p>
            <a:r>
              <a:rPr lang="en-US" b="1" dirty="0"/>
              <a:t>Future Features</a:t>
            </a:r>
          </a:p>
          <a:p>
            <a:r>
              <a:rPr lang="en-US" dirty="0"/>
              <a:t>AI recommendations</a:t>
            </a:r>
          </a:p>
          <a:p>
            <a:r>
              <a:rPr lang="en-US" dirty="0"/>
              <a:t>Real booking integration</a:t>
            </a:r>
          </a:p>
          <a:p>
            <a:r>
              <a:rPr lang="en-US" dirty="0"/>
              <a:t>Currency converter</a:t>
            </a:r>
          </a:p>
          <a:p>
            <a:r>
              <a:rPr lang="en-US" dirty="0"/>
              <a:t>Offline map</a:t>
            </a:r>
          </a:p>
          <a:p>
            <a:r>
              <a:rPr lang="en-US" dirty="0"/>
              <a:t>Group planning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3100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6303-FFC5-0D46-0296-FCF152BD0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 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198A20-4552-D3B3-04E8-49FE017495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1047" y="1825625"/>
            <a:ext cx="744990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389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265</Words>
  <Application>Microsoft Macintosh PowerPoint</Application>
  <PresentationFormat>Widescreen</PresentationFormat>
  <Paragraphs>77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Holiday Ting</vt:lpstr>
      <vt:lpstr>Table of Contents Here</vt:lpstr>
      <vt:lpstr>Intro</vt:lpstr>
      <vt:lpstr>Community</vt:lpstr>
      <vt:lpstr>Problems</vt:lpstr>
      <vt:lpstr>Competitor Research</vt:lpstr>
      <vt:lpstr>Personas</vt:lpstr>
      <vt:lpstr>Initial Feature List</vt:lpstr>
      <vt:lpstr>App 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Bola</dc:creator>
  <cp:lastModifiedBy>Chris Bola</cp:lastModifiedBy>
  <cp:revision>1</cp:revision>
  <dcterms:created xsi:type="dcterms:W3CDTF">2026-05-15T18:37:00Z</dcterms:created>
  <dcterms:modified xsi:type="dcterms:W3CDTF">2026-05-15T18:46:29Z</dcterms:modified>
</cp:coreProperties>
</file>